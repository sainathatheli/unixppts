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49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92310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23619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7850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4703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6674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29863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6040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0456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7877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41645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5060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15583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31087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18324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7409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6802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77493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90846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335890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7458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‹#›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‹#›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‹#›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‹#›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‹#›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2724150" y="6610350"/>
            <a:ext cx="257175" cy="152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2752725" y="6638925"/>
            <a:ext cx="257175" cy="1524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1260146" y="6583072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421"/>
                </a:lnTo>
              </a:path>
            </a:pathLst>
          </a:custGeom>
          <a:ln w="953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679704" y="6583072"/>
            <a:ext cx="0" cy="231775"/>
          </a:xfrm>
          <a:custGeom>
            <a:avLst/>
            <a:gdLst/>
            <a:ahLst/>
            <a:cxnLst/>
            <a:rect l="l" t="t" r="r" b="b"/>
            <a:pathLst>
              <a:path h="231775">
                <a:moveTo>
                  <a:pt x="0" y="0"/>
                </a:moveTo>
                <a:lnTo>
                  <a:pt x="0" y="231421"/>
                </a:lnTo>
              </a:path>
            </a:pathLst>
          </a:custGeom>
          <a:ln w="953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381000" y="6610350"/>
            <a:ext cx="6838950" cy="0"/>
          </a:xfrm>
          <a:custGeom>
            <a:avLst/>
            <a:gdLst/>
            <a:ahLst/>
            <a:cxnLst/>
            <a:rect l="l" t="t" r="r" b="b"/>
            <a:pathLst>
              <a:path w="6838950">
                <a:moveTo>
                  <a:pt x="6838949" y="0"/>
                </a:moveTo>
                <a:lnTo>
                  <a:pt x="0" y="0"/>
                </a:lnTo>
              </a:path>
            </a:pathLst>
          </a:custGeom>
          <a:ln w="9534">
            <a:solidFill>
              <a:srgbClr val="D9D9D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k object 22"/>
          <p:cNvSpPr/>
          <p:nvPr/>
        </p:nvSpPr>
        <p:spPr>
          <a:xfrm>
            <a:off x="0" y="466725"/>
            <a:ext cx="9144000" cy="8096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k object 23"/>
          <p:cNvSpPr/>
          <p:nvPr/>
        </p:nvSpPr>
        <p:spPr>
          <a:xfrm>
            <a:off x="0" y="511564"/>
            <a:ext cx="9144000" cy="671195"/>
          </a:xfrm>
          <a:custGeom>
            <a:avLst/>
            <a:gdLst/>
            <a:ahLst/>
            <a:cxnLst/>
            <a:rect l="l" t="t" r="r" b="b"/>
            <a:pathLst>
              <a:path w="9144000" h="671194">
                <a:moveTo>
                  <a:pt x="0" y="304294"/>
                </a:moveTo>
                <a:lnTo>
                  <a:pt x="0" y="366120"/>
                </a:lnTo>
                <a:lnTo>
                  <a:pt x="50454" y="368383"/>
                </a:lnTo>
                <a:lnTo>
                  <a:pt x="97202" y="374755"/>
                </a:lnTo>
                <a:lnTo>
                  <a:pt x="140365" y="384777"/>
                </a:lnTo>
                <a:lnTo>
                  <a:pt x="180065" y="397993"/>
                </a:lnTo>
                <a:lnTo>
                  <a:pt x="216421" y="413947"/>
                </a:lnTo>
                <a:lnTo>
                  <a:pt x="279588" y="452241"/>
                </a:lnTo>
                <a:lnTo>
                  <a:pt x="330834" y="496004"/>
                </a:lnTo>
                <a:lnTo>
                  <a:pt x="371126" y="541582"/>
                </a:lnTo>
                <a:lnTo>
                  <a:pt x="401433" y="585322"/>
                </a:lnTo>
                <a:lnTo>
                  <a:pt x="422722" y="623570"/>
                </a:lnTo>
                <a:lnTo>
                  <a:pt x="439863" y="662650"/>
                </a:lnTo>
                <a:lnTo>
                  <a:pt x="442840" y="671182"/>
                </a:lnTo>
                <a:lnTo>
                  <a:pt x="456267" y="627727"/>
                </a:lnTo>
                <a:lnTo>
                  <a:pt x="461190" y="612142"/>
                </a:lnTo>
                <a:lnTo>
                  <a:pt x="442840" y="612142"/>
                </a:lnTo>
                <a:lnTo>
                  <a:pt x="429410" y="568235"/>
                </a:lnTo>
                <a:lnTo>
                  <a:pt x="417056" y="528715"/>
                </a:lnTo>
                <a:lnTo>
                  <a:pt x="394246" y="461912"/>
                </a:lnTo>
                <a:lnTo>
                  <a:pt x="371754" y="409886"/>
                </a:lnTo>
                <a:lnTo>
                  <a:pt x="346921" y="370789"/>
                </a:lnTo>
                <a:lnTo>
                  <a:pt x="317092" y="342775"/>
                </a:lnTo>
                <a:lnTo>
                  <a:pt x="279610" y="323996"/>
                </a:lnTo>
                <a:lnTo>
                  <a:pt x="231816" y="312606"/>
                </a:lnTo>
                <a:lnTo>
                  <a:pt x="171054" y="306757"/>
                </a:lnTo>
                <a:lnTo>
                  <a:pt x="94668" y="304602"/>
                </a:lnTo>
                <a:lnTo>
                  <a:pt x="0" y="304294"/>
                </a:lnTo>
                <a:close/>
              </a:path>
              <a:path w="9144000" h="671194">
                <a:moveTo>
                  <a:pt x="499856" y="501770"/>
                </a:moveTo>
                <a:lnTo>
                  <a:pt x="472610" y="545647"/>
                </a:lnTo>
                <a:lnTo>
                  <a:pt x="455414" y="580126"/>
                </a:lnTo>
                <a:lnTo>
                  <a:pt x="442840" y="612142"/>
                </a:lnTo>
                <a:lnTo>
                  <a:pt x="461190" y="612142"/>
                </a:lnTo>
                <a:lnTo>
                  <a:pt x="468621" y="588614"/>
                </a:lnTo>
                <a:lnTo>
                  <a:pt x="480236" y="553614"/>
                </a:lnTo>
                <a:lnTo>
                  <a:pt x="491446" y="522499"/>
                </a:lnTo>
                <a:lnTo>
                  <a:pt x="499856" y="501770"/>
                </a:lnTo>
                <a:close/>
              </a:path>
              <a:path w="9144000" h="671194">
                <a:moveTo>
                  <a:pt x="620092" y="382187"/>
                </a:moveTo>
                <a:lnTo>
                  <a:pt x="568935" y="404588"/>
                </a:lnTo>
                <a:lnTo>
                  <a:pt x="538928" y="432314"/>
                </a:lnTo>
                <a:lnTo>
                  <a:pt x="513990" y="471008"/>
                </a:lnTo>
                <a:lnTo>
                  <a:pt x="499856" y="501770"/>
                </a:lnTo>
                <a:lnTo>
                  <a:pt x="514812" y="481229"/>
                </a:lnTo>
                <a:lnTo>
                  <a:pt x="533747" y="458218"/>
                </a:lnTo>
                <a:lnTo>
                  <a:pt x="555322" y="435206"/>
                </a:lnTo>
                <a:lnTo>
                  <a:pt x="579660" y="412656"/>
                </a:lnTo>
                <a:lnTo>
                  <a:pt x="606883" y="391030"/>
                </a:lnTo>
                <a:lnTo>
                  <a:pt x="620092" y="382187"/>
                </a:lnTo>
                <a:close/>
              </a:path>
              <a:path w="9144000" h="671194">
                <a:moveTo>
                  <a:pt x="8967087" y="287744"/>
                </a:moveTo>
                <a:lnTo>
                  <a:pt x="8929129" y="296078"/>
                </a:lnTo>
                <a:lnTo>
                  <a:pt x="8867815" y="301859"/>
                </a:lnTo>
                <a:lnTo>
                  <a:pt x="8790771" y="303989"/>
                </a:lnTo>
                <a:lnTo>
                  <a:pt x="8695303" y="304294"/>
                </a:lnTo>
                <a:lnTo>
                  <a:pt x="888598" y="304294"/>
                </a:lnTo>
                <a:lnTo>
                  <a:pt x="837725" y="306526"/>
                </a:lnTo>
                <a:lnTo>
                  <a:pt x="790599" y="312914"/>
                </a:lnTo>
                <a:lnTo>
                  <a:pt x="747099" y="322996"/>
                </a:lnTo>
                <a:lnTo>
                  <a:pt x="707100" y="336310"/>
                </a:lnTo>
                <a:lnTo>
                  <a:pt x="670480" y="352395"/>
                </a:lnTo>
                <a:lnTo>
                  <a:pt x="620092" y="382187"/>
                </a:lnTo>
                <a:lnTo>
                  <a:pt x="629297" y="379567"/>
                </a:lnTo>
                <a:lnTo>
                  <a:pt x="654850" y="374730"/>
                </a:lnTo>
                <a:lnTo>
                  <a:pt x="716108" y="368941"/>
                </a:lnTo>
                <a:lnTo>
                  <a:pt x="793133" y="366808"/>
                </a:lnTo>
                <a:lnTo>
                  <a:pt x="8695303" y="366503"/>
                </a:lnTo>
                <a:lnTo>
                  <a:pt x="8746198" y="364295"/>
                </a:lnTo>
                <a:lnTo>
                  <a:pt x="8793384" y="357972"/>
                </a:lnTo>
                <a:lnTo>
                  <a:pt x="8836980" y="347994"/>
                </a:lnTo>
                <a:lnTo>
                  <a:pt x="8877106" y="334817"/>
                </a:lnTo>
                <a:lnTo>
                  <a:pt x="8913879" y="318898"/>
                </a:lnTo>
                <a:lnTo>
                  <a:pt x="8947419" y="300693"/>
                </a:lnTo>
                <a:lnTo>
                  <a:pt x="8967087" y="287744"/>
                </a:lnTo>
                <a:close/>
              </a:path>
              <a:path w="9144000" h="671194">
                <a:moveTo>
                  <a:pt x="9082862" y="175176"/>
                </a:moveTo>
                <a:lnTo>
                  <a:pt x="9051622" y="214164"/>
                </a:lnTo>
                <a:lnTo>
                  <a:pt x="9005275" y="259257"/>
                </a:lnTo>
                <a:lnTo>
                  <a:pt x="8967087" y="287744"/>
                </a:lnTo>
                <a:lnTo>
                  <a:pt x="8977404" y="284819"/>
                </a:lnTo>
                <a:lnTo>
                  <a:pt x="9015332" y="266257"/>
                </a:lnTo>
                <a:lnTo>
                  <a:pt x="9045605" y="238566"/>
                </a:lnTo>
                <a:lnTo>
                  <a:pt x="9070917" y="199921"/>
                </a:lnTo>
                <a:lnTo>
                  <a:pt x="9082553" y="175920"/>
                </a:lnTo>
                <a:lnTo>
                  <a:pt x="9082862" y="175176"/>
                </a:lnTo>
                <a:close/>
              </a:path>
              <a:path w="9144000" h="671194">
                <a:moveTo>
                  <a:pt x="9143999" y="0"/>
                </a:moveTo>
                <a:lnTo>
                  <a:pt x="9130153" y="43399"/>
                </a:lnTo>
                <a:lnTo>
                  <a:pt x="9117422" y="82463"/>
                </a:lnTo>
                <a:lnTo>
                  <a:pt x="9093958" y="148495"/>
                </a:lnTo>
                <a:lnTo>
                  <a:pt x="9082862" y="175176"/>
                </a:lnTo>
                <a:lnTo>
                  <a:pt x="9087412" y="169072"/>
                </a:lnTo>
                <a:lnTo>
                  <a:pt x="9113594" y="127636"/>
                </a:lnTo>
                <a:lnTo>
                  <a:pt x="9131119" y="93512"/>
                </a:lnTo>
                <a:lnTo>
                  <a:pt x="9143999" y="61825"/>
                </a:lnTo>
                <a:lnTo>
                  <a:pt x="9143999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2923" y="372030"/>
            <a:ext cx="8378153" cy="3530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9730" y="1272164"/>
            <a:ext cx="8384539" cy="3230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4811" y="6658980"/>
            <a:ext cx="766444" cy="130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351281" y="6658980"/>
            <a:ext cx="1249045" cy="130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740662" y="6649277"/>
            <a:ext cx="250825" cy="14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1F487C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‹#›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1809" y="3531341"/>
            <a:ext cx="954405" cy="257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5" dirty="0">
                <a:latin typeface="Candara"/>
                <a:cs typeface="Candara"/>
              </a:rPr>
              <a:t>VI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E</a:t>
            </a:r>
            <a:r>
              <a:rPr sz="2000" spc="15" dirty="0">
                <a:latin typeface="Candara"/>
                <a:cs typeface="Candara"/>
              </a:rPr>
              <a:t>d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5" dirty="0">
                <a:latin typeface="Candara"/>
                <a:cs typeface="Candara"/>
              </a:rPr>
              <a:t>r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4659" y="2812765"/>
            <a:ext cx="1023619" cy="4578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spc="10" dirty="0">
                <a:latin typeface="Candara"/>
                <a:cs typeface="Candara"/>
              </a:rPr>
              <a:t>U</a:t>
            </a:r>
            <a:r>
              <a:rPr sz="3600" spc="-30" dirty="0">
                <a:latin typeface="Candara"/>
                <a:cs typeface="Candara"/>
              </a:rPr>
              <a:t>N</a:t>
            </a:r>
            <a:r>
              <a:rPr sz="3600" spc="-25" dirty="0">
                <a:latin typeface="Candara"/>
                <a:cs typeface="Candara"/>
              </a:rPr>
              <a:t>I</a:t>
            </a:r>
            <a:r>
              <a:rPr sz="3600" dirty="0">
                <a:latin typeface="Candara"/>
                <a:cs typeface="Candara"/>
              </a:rPr>
              <a:t>X</a:t>
            </a:r>
            <a:endParaRPr sz="36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269563"/>
            <a:ext cx="2718435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dirty="0">
                <a:latin typeface="Candara"/>
                <a:cs typeface="Candara"/>
              </a:rPr>
              <a:t>L</a:t>
            </a:r>
            <a:r>
              <a:rPr sz="2750" spc="5" dirty="0">
                <a:latin typeface="Candara"/>
                <a:cs typeface="Candara"/>
              </a:rPr>
              <a:t>e</a:t>
            </a:r>
            <a:r>
              <a:rPr sz="2750" spc="45" dirty="0">
                <a:latin typeface="Candara"/>
                <a:cs typeface="Candara"/>
              </a:rPr>
              <a:t>ss</a:t>
            </a:r>
            <a:r>
              <a:rPr sz="2750" spc="30" dirty="0">
                <a:latin typeface="Candara"/>
                <a:cs typeface="Candara"/>
              </a:rPr>
              <a:t>o</a:t>
            </a:r>
            <a:r>
              <a:rPr sz="2750" dirty="0">
                <a:latin typeface="Candara"/>
                <a:cs typeface="Candara"/>
              </a:rPr>
              <a:t>n</a:t>
            </a:r>
            <a:r>
              <a:rPr sz="2750" spc="-85" dirty="0">
                <a:latin typeface="Times New Roman"/>
                <a:cs typeface="Times New Roman"/>
              </a:rPr>
              <a:t> </a:t>
            </a:r>
            <a:r>
              <a:rPr sz="2750" spc="25" dirty="0">
                <a:latin typeface="Candara"/>
                <a:cs typeface="Candara"/>
              </a:rPr>
              <a:t>O</a:t>
            </a:r>
            <a:r>
              <a:rPr sz="2750" spc="40" dirty="0">
                <a:latin typeface="Candara"/>
                <a:cs typeface="Candara"/>
              </a:rPr>
              <a:t>b</a:t>
            </a:r>
            <a:r>
              <a:rPr sz="2750" spc="10" dirty="0">
                <a:latin typeface="Candara"/>
                <a:cs typeface="Candara"/>
              </a:rPr>
              <a:t>je</a:t>
            </a:r>
            <a:r>
              <a:rPr sz="2750" spc="20" dirty="0">
                <a:latin typeface="Candara"/>
                <a:cs typeface="Candara"/>
              </a:rPr>
              <a:t>c</a:t>
            </a:r>
            <a:r>
              <a:rPr sz="2750" spc="-15" dirty="0">
                <a:latin typeface="Candara"/>
                <a:cs typeface="Candara"/>
              </a:rPr>
              <a:t>t</a:t>
            </a:r>
            <a:r>
              <a:rPr sz="2750" spc="5" dirty="0">
                <a:latin typeface="Candara"/>
                <a:cs typeface="Candara"/>
              </a:rPr>
              <a:t>i</a:t>
            </a:r>
            <a:r>
              <a:rPr sz="2750" spc="15" dirty="0">
                <a:latin typeface="Candara"/>
                <a:cs typeface="Candara"/>
              </a:rPr>
              <a:t>v</a:t>
            </a:r>
            <a:r>
              <a:rPr sz="2750" spc="5" dirty="0">
                <a:latin typeface="Candara"/>
                <a:cs typeface="Candara"/>
              </a:rPr>
              <a:t>es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8636" y="1416690"/>
            <a:ext cx="3262629" cy="2801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-4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ff</a:t>
            </a:r>
            <a:r>
              <a:rPr sz="1800" b="1" spc="-25" dirty="0">
                <a:latin typeface="Candara"/>
                <a:cs typeface="Candara"/>
              </a:rPr>
              <a:t>ere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  <a:p>
            <a:pPr marL="1156335" lvl="1" indent="-228600">
              <a:lnSpc>
                <a:spcPct val="100000"/>
              </a:lnSpc>
              <a:spcBef>
                <a:spcPts val="495"/>
              </a:spcBef>
              <a:buClr>
                <a:srgbClr val="00A0E4"/>
              </a:buClr>
              <a:buFont typeface="Arial"/>
              <a:buChar char="–"/>
              <a:tabLst>
                <a:tab pos="1156970" algn="l"/>
              </a:tabLst>
            </a:pPr>
            <a:r>
              <a:rPr sz="1550" spc="1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t</a:t>
            </a:r>
            <a:endParaRPr sz="1550">
              <a:latin typeface="Candara"/>
              <a:cs typeface="Candara"/>
            </a:endParaRPr>
          </a:p>
          <a:p>
            <a:pPr marL="1156335" lvl="1" indent="-228600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1156970" algn="l"/>
              </a:tabLst>
            </a:pPr>
            <a:r>
              <a:rPr sz="1550" spc="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10" dirty="0">
                <a:latin typeface="Candara"/>
                <a:cs typeface="Candara"/>
              </a:rPr>
              <a:t>mm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endParaRPr sz="1550">
              <a:latin typeface="Candara"/>
              <a:cs typeface="Candara"/>
            </a:endParaRPr>
          </a:p>
          <a:p>
            <a:pPr marL="1156335" lvl="1" indent="-228600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Arial"/>
              <a:buChar char="–"/>
              <a:tabLst>
                <a:tab pos="1156970" algn="l"/>
              </a:tabLst>
            </a:pP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c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44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nd</a:t>
            </a:r>
            <a:r>
              <a:rPr sz="1800" b="1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–</a:t>
            </a:r>
            <a:r>
              <a:rPr sz="1800" b="1" spc="-20" dirty="0">
                <a:latin typeface="Candara"/>
                <a:cs typeface="Candara"/>
              </a:rPr>
              <a:t> </a:t>
            </a: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&amp;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Q</a:t>
            </a:r>
            <a:r>
              <a:rPr sz="1800" b="1" dirty="0">
                <a:latin typeface="Candara"/>
                <a:cs typeface="Candara"/>
              </a:rPr>
              <a:t>uit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g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nd</a:t>
            </a:r>
            <a:r>
              <a:rPr sz="1800" b="1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30" dirty="0">
                <a:latin typeface="Candara"/>
                <a:cs typeface="Candara"/>
              </a:rPr>
              <a:t>g</a:t>
            </a:r>
            <a:r>
              <a:rPr sz="1800" b="1" spc="-5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spc="-10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f</a:t>
            </a:r>
            <a:r>
              <a:rPr sz="1800" b="1" spc="-10" dirty="0">
                <a:latin typeface="Candara"/>
                <a:cs typeface="Candara"/>
              </a:rPr>
              <a:t>u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5" dirty="0">
                <a:latin typeface="Candara"/>
                <a:cs typeface="Candara"/>
              </a:rPr>
              <a:t>t</a:t>
            </a:r>
            <a:r>
              <a:rPr sz="1800" b="1" spc="-5" dirty="0">
                <a:latin typeface="Candara"/>
                <a:cs typeface="Candara"/>
              </a:rPr>
              <a:t>i</a:t>
            </a:r>
            <a:r>
              <a:rPr sz="1800" b="1" spc="-40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re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nd</a:t>
            </a:r>
            <a:r>
              <a:rPr sz="1800" b="1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1576447"/>
            <a:ext cx="1716405" cy="1471930"/>
          </a:xfrm>
          <a:custGeom>
            <a:avLst/>
            <a:gdLst/>
            <a:ahLst/>
            <a:cxnLst/>
            <a:rect l="l" t="t" r="r" b="b"/>
            <a:pathLst>
              <a:path w="1716404" h="1471930">
                <a:moveTo>
                  <a:pt x="0" y="1471553"/>
                </a:moveTo>
                <a:lnTo>
                  <a:pt x="1716155" y="1471553"/>
                </a:lnTo>
                <a:lnTo>
                  <a:pt x="17161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solidFill>
            <a:srgbClr val="FFC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4200" y="1576447"/>
            <a:ext cx="1716405" cy="1471930"/>
          </a:xfrm>
          <a:custGeom>
            <a:avLst/>
            <a:gdLst/>
            <a:ahLst/>
            <a:cxnLst/>
            <a:rect l="l" t="t" r="r" b="b"/>
            <a:pathLst>
              <a:path w="1716404" h="1471930">
                <a:moveTo>
                  <a:pt x="0" y="1471553"/>
                </a:moveTo>
                <a:lnTo>
                  <a:pt x="1716155" y="1471553"/>
                </a:lnTo>
                <a:lnTo>
                  <a:pt x="17161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ln w="12700">
            <a:solidFill>
              <a:srgbClr val="3F84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79742" y="1690762"/>
            <a:ext cx="1423544" cy="12625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2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269563"/>
            <a:ext cx="2718435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dirty="0">
                <a:latin typeface="Candara"/>
                <a:cs typeface="Candara"/>
              </a:rPr>
              <a:t>L</a:t>
            </a:r>
            <a:r>
              <a:rPr sz="2750" spc="5" dirty="0">
                <a:latin typeface="Candara"/>
                <a:cs typeface="Candara"/>
              </a:rPr>
              <a:t>e</a:t>
            </a:r>
            <a:r>
              <a:rPr sz="2750" spc="45" dirty="0">
                <a:latin typeface="Candara"/>
                <a:cs typeface="Candara"/>
              </a:rPr>
              <a:t>ss</a:t>
            </a:r>
            <a:r>
              <a:rPr sz="2750" spc="30" dirty="0">
                <a:latin typeface="Candara"/>
                <a:cs typeface="Candara"/>
              </a:rPr>
              <a:t>o</a:t>
            </a:r>
            <a:r>
              <a:rPr sz="2750" dirty="0">
                <a:latin typeface="Candara"/>
                <a:cs typeface="Candara"/>
              </a:rPr>
              <a:t>n</a:t>
            </a:r>
            <a:r>
              <a:rPr sz="2750" spc="-85" dirty="0">
                <a:latin typeface="Times New Roman"/>
                <a:cs typeface="Times New Roman"/>
              </a:rPr>
              <a:t> </a:t>
            </a:r>
            <a:r>
              <a:rPr sz="2750" spc="25" dirty="0">
                <a:latin typeface="Candara"/>
                <a:cs typeface="Candara"/>
              </a:rPr>
              <a:t>O</a:t>
            </a:r>
            <a:r>
              <a:rPr sz="2750" spc="40" dirty="0">
                <a:latin typeface="Candara"/>
                <a:cs typeface="Candara"/>
              </a:rPr>
              <a:t>b</a:t>
            </a:r>
            <a:r>
              <a:rPr sz="2750" spc="10" dirty="0">
                <a:latin typeface="Candara"/>
                <a:cs typeface="Candara"/>
              </a:rPr>
              <a:t>je</a:t>
            </a:r>
            <a:r>
              <a:rPr sz="2750" spc="20" dirty="0">
                <a:latin typeface="Candara"/>
                <a:cs typeface="Candara"/>
              </a:rPr>
              <a:t>c</a:t>
            </a:r>
            <a:r>
              <a:rPr sz="2750" spc="-15" dirty="0">
                <a:latin typeface="Candara"/>
                <a:cs typeface="Candara"/>
              </a:rPr>
              <a:t>t</a:t>
            </a:r>
            <a:r>
              <a:rPr sz="2750" spc="5" dirty="0">
                <a:latin typeface="Candara"/>
                <a:cs typeface="Candara"/>
              </a:rPr>
              <a:t>i</a:t>
            </a:r>
            <a:r>
              <a:rPr sz="2750" spc="15" dirty="0">
                <a:latin typeface="Candara"/>
                <a:cs typeface="Candara"/>
              </a:rPr>
              <a:t>v</a:t>
            </a:r>
            <a:r>
              <a:rPr sz="2750" spc="5" dirty="0">
                <a:latin typeface="Candara"/>
                <a:cs typeface="Candara"/>
              </a:rPr>
              <a:t>es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34200" y="1576447"/>
            <a:ext cx="1716405" cy="1471930"/>
          </a:xfrm>
          <a:custGeom>
            <a:avLst/>
            <a:gdLst/>
            <a:ahLst/>
            <a:cxnLst/>
            <a:rect l="l" t="t" r="r" b="b"/>
            <a:pathLst>
              <a:path w="1716404" h="1471930">
                <a:moveTo>
                  <a:pt x="0" y="1471553"/>
                </a:moveTo>
                <a:lnTo>
                  <a:pt x="1716155" y="1471553"/>
                </a:lnTo>
                <a:lnTo>
                  <a:pt x="17161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solidFill>
            <a:srgbClr val="FFC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934200" y="1576447"/>
            <a:ext cx="1716405" cy="1471930"/>
          </a:xfrm>
          <a:custGeom>
            <a:avLst/>
            <a:gdLst/>
            <a:ahLst/>
            <a:cxnLst/>
            <a:rect l="l" t="t" r="r" b="b"/>
            <a:pathLst>
              <a:path w="1716404" h="1471930">
                <a:moveTo>
                  <a:pt x="0" y="1471553"/>
                </a:moveTo>
                <a:lnTo>
                  <a:pt x="1716155" y="1471553"/>
                </a:lnTo>
                <a:lnTo>
                  <a:pt x="17161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ln w="12700">
            <a:solidFill>
              <a:srgbClr val="3F84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79742" y="1690762"/>
            <a:ext cx="1423544" cy="12625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9730" y="1443995"/>
            <a:ext cx="2910205" cy="1399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–</a:t>
            </a:r>
            <a:r>
              <a:rPr sz="1800" b="1" spc="-15" dirty="0">
                <a:latin typeface="Candara"/>
                <a:cs typeface="Candara"/>
              </a:rPr>
              <a:t> </a:t>
            </a:r>
            <a:r>
              <a:rPr sz="1800" b="1" spc="20" dirty="0">
                <a:latin typeface="Candara"/>
                <a:cs typeface="Candara"/>
              </a:rPr>
              <a:t>Ot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F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5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00A0E4"/>
              </a:buClr>
              <a:buFont typeface="Wingdings"/>
              <a:buChar char=""/>
            </a:pPr>
            <a:endParaRPr sz="1950">
              <a:latin typeface="Times New Roman"/>
              <a:cs typeface="Times New Roman"/>
            </a:endParaRPr>
          </a:p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–</a:t>
            </a:r>
            <a:r>
              <a:rPr sz="1800" b="1" spc="-20" dirty="0">
                <a:latin typeface="Candara"/>
                <a:cs typeface="Candara"/>
              </a:rPr>
              <a:t> </a:t>
            </a: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ct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9"/>
              </a:spcBef>
              <a:buClr>
                <a:srgbClr val="00A0E4"/>
              </a:buClr>
              <a:buFont typeface="Wingdings"/>
              <a:buChar char=""/>
            </a:pPr>
            <a:endParaRPr sz="1950">
              <a:latin typeface="Times New Roman"/>
              <a:cs typeface="Times New Roman"/>
            </a:endParaRPr>
          </a:p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nd</a:t>
            </a:r>
            <a:r>
              <a:rPr sz="1800" b="1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3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145161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25" dirty="0">
                <a:latin typeface="Candara"/>
                <a:cs typeface="Candara"/>
              </a:rPr>
              <a:t>1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M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V</a:t>
            </a:r>
            <a:r>
              <a:rPr sz="1200" dirty="0">
                <a:latin typeface="Candara"/>
                <a:cs typeface="Candara"/>
              </a:rPr>
              <a:t>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or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-10" dirty="0"/>
              <a:t>I</a:t>
            </a:r>
            <a:r>
              <a:rPr dirty="0"/>
              <a:t>n</a:t>
            </a:r>
            <a:r>
              <a:rPr spc="-25" dirty="0"/>
              <a:t>t</a:t>
            </a:r>
            <a:r>
              <a:rPr spc="-5" dirty="0"/>
              <a:t>r</a:t>
            </a:r>
            <a:r>
              <a:rPr spc="20" dirty="0"/>
              <a:t>o</a:t>
            </a:r>
            <a:r>
              <a:rPr spc="-15" dirty="0"/>
              <a:t>d</a:t>
            </a:r>
            <a:r>
              <a:rPr spc="10" dirty="0"/>
              <a:t>u</a:t>
            </a:r>
            <a:r>
              <a:rPr spc="20" dirty="0"/>
              <a:t>c</a:t>
            </a:r>
            <a:r>
              <a:rPr spc="-20" dirty="0"/>
              <a:t>t</a:t>
            </a:r>
            <a:r>
              <a:rPr dirty="0"/>
              <a:t>i</a:t>
            </a:r>
            <a:r>
              <a:rPr spc="15" dirty="0"/>
              <a:t>o</a:t>
            </a:r>
            <a:r>
              <a:rPr dirty="0"/>
              <a:t>n</a:t>
            </a:r>
          </a:p>
        </p:txBody>
      </p:sp>
      <p:sp>
        <p:nvSpPr>
          <p:cNvPr id="4" name="object 4"/>
          <p:cNvSpPr/>
          <p:nvPr/>
        </p:nvSpPr>
        <p:spPr>
          <a:xfrm>
            <a:off x="3340089" y="2286000"/>
            <a:ext cx="2235835" cy="1085850"/>
          </a:xfrm>
          <a:custGeom>
            <a:avLst/>
            <a:gdLst/>
            <a:ahLst/>
            <a:cxnLst/>
            <a:rect l="l" t="t" r="r" b="b"/>
            <a:pathLst>
              <a:path w="2235835" h="1085850">
                <a:moveTo>
                  <a:pt x="0" y="542909"/>
                </a:moveTo>
                <a:lnTo>
                  <a:pt x="3704" y="498383"/>
                </a:lnTo>
                <a:lnTo>
                  <a:pt x="14628" y="454849"/>
                </a:lnTo>
                <a:lnTo>
                  <a:pt x="32481" y="412445"/>
                </a:lnTo>
                <a:lnTo>
                  <a:pt x="56978" y="371311"/>
                </a:lnTo>
                <a:lnTo>
                  <a:pt x="87830" y="331588"/>
                </a:lnTo>
                <a:lnTo>
                  <a:pt x="124749" y="293415"/>
                </a:lnTo>
                <a:lnTo>
                  <a:pt x="167448" y="256932"/>
                </a:lnTo>
                <a:lnTo>
                  <a:pt x="215639" y="222278"/>
                </a:lnTo>
                <a:lnTo>
                  <a:pt x="269035" y="189593"/>
                </a:lnTo>
                <a:lnTo>
                  <a:pt x="327347" y="159017"/>
                </a:lnTo>
                <a:lnTo>
                  <a:pt x="390289" y="130691"/>
                </a:lnTo>
                <a:lnTo>
                  <a:pt x="457572" y="104752"/>
                </a:lnTo>
                <a:lnTo>
                  <a:pt x="528909" y="81342"/>
                </a:lnTo>
                <a:lnTo>
                  <a:pt x="604012" y="60600"/>
                </a:lnTo>
                <a:lnTo>
                  <a:pt x="682593" y="42665"/>
                </a:lnTo>
                <a:lnTo>
                  <a:pt x="764366" y="27678"/>
                </a:lnTo>
                <a:lnTo>
                  <a:pt x="849041" y="15778"/>
                </a:lnTo>
                <a:lnTo>
                  <a:pt x="936332" y="7106"/>
                </a:lnTo>
                <a:lnTo>
                  <a:pt x="1025951" y="1799"/>
                </a:lnTo>
                <a:lnTo>
                  <a:pt x="1117610" y="0"/>
                </a:lnTo>
                <a:lnTo>
                  <a:pt x="1209268" y="1799"/>
                </a:lnTo>
                <a:lnTo>
                  <a:pt x="1298887" y="7106"/>
                </a:lnTo>
                <a:lnTo>
                  <a:pt x="1386178" y="15778"/>
                </a:lnTo>
                <a:lnTo>
                  <a:pt x="1470854" y="27678"/>
                </a:lnTo>
                <a:lnTo>
                  <a:pt x="1552626" y="42665"/>
                </a:lnTo>
                <a:lnTo>
                  <a:pt x="1631207" y="60600"/>
                </a:lnTo>
                <a:lnTo>
                  <a:pt x="1706311" y="81342"/>
                </a:lnTo>
                <a:lnTo>
                  <a:pt x="1777647" y="104752"/>
                </a:lnTo>
                <a:lnTo>
                  <a:pt x="1844931" y="130691"/>
                </a:lnTo>
                <a:lnTo>
                  <a:pt x="1907872" y="159017"/>
                </a:lnTo>
                <a:lnTo>
                  <a:pt x="1966185" y="189593"/>
                </a:lnTo>
                <a:lnTo>
                  <a:pt x="2019580" y="222278"/>
                </a:lnTo>
                <a:lnTo>
                  <a:pt x="2067772" y="256932"/>
                </a:lnTo>
                <a:lnTo>
                  <a:pt x="2110471" y="293415"/>
                </a:lnTo>
                <a:lnTo>
                  <a:pt x="2147390" y="331588"/>
                </a:lnTo>
                <a:lnTo>
                  <a:pt x="2178241" y="371311"/>
                </a:lnTo>
                <a:lnTo>
                  <a:pt x="2202738" y="412445"/>
                </a:lnTo>
                <a:lnTo>
                  <a:pt x="2220592" y="454849"/>
                </a:lnTo>
                <a:lnTo>
                  <a:pt x="2231515" y="498383"/>
                </a:lnTo>
                <a:lnTo>
                  <a:pt x="2235220" y="542909"/>
                </a:lnTo>
                <a:lnTo>
                  <a:pt x="2231515" y="587439"/>
                </a:lnTo>
                <a:lnTo>
                  <a:pt x="2220592" y="630978"/>
                </a:lnTo>
                <a:lnTo>
                  <a:pt x="2202738" y="673386"/>
                </a:lnTo>
                <a:lnTo>
                  <a:pt x="2178241" y="714522"/>
                </a:lnTo>
                <a:lnTo>
                  <a:pt x="2147390" y="754248"/>
                </a:lnTo>
                <a:lnTo>
                  <a:pt x="2110471" y="792424"/>
                </a:lnTo>
                <a:lnTo>
                  <a:pt x="2067772" y="828909"/>
                </a:lnTo>
                <a:lnTo>
                  <a:pt x="2019580" y="863565"/>
                </a:lnTo>
                <a:lnTo>
                  <a:pt x="1966185" y="896251"/>
                </a:lnTo>
                <a:lnTo>
                  <a:pt x="1907872" y="926828"/>
                </a:lnTo>
                <a:lnTo>
                  <a:pt x="1844931" y="955156"/>
                </a:lnTo>
                <a:lnTo>
                  <a:pt x="1777647" y="981095"/>
                </a:lnTo>
                <a:lnTo>
                  <a:pt x="1706311" y="1004506"/>
                </a:lnTo>
                <a:lnTo>
                  <a:pt x="1631207" y="1025248"/>
                </a:lnTo>
                <a:lnTo>
                  <a:pt x="1552626" y="1043183"/>
                </a:lnTo>
                <a:lnTo>
                  <a:pt x="1470854" y="1058170"/>
                </a:lnTo>
                <a:lnTo>
                  <a:pt x="1386178" y="1070070"/>
                </a:lnTo>
                <a:lnTo>
                  <a:pt x="1298887" y="1078743"/>
                </a:lnTo>
                <a:lnTo>
                  <a:pt x="1209268" y="1084050"/>
                </a:lnTo>
                <a:lnTo>
                  <a:pt x="1117610" y="1085849"/>
                </a:lnTo>
                <a:lnTo>
                  <a:pt x="1025951" y="1084050"/>
                </a:lnTo>
                <a:lnTo>
                  <a:pt x="936332" y="1078743"/>
                </a:lnTo>
                <a:lnTo>
                  <a:pt x="849041" y="1070070"/>
                </a:lnTo>
                <a:lnTo>
                  <a:pt x="764366" y="1058170"/>
                </a:lnTo>
                <a:lnTo>
                  <a:pt x="682593" y="1043183"/>
                </a:lnTo>
                <a:lnTo>
                  <a:pt x="604012" y="1025248"/>
                </a:lnTo>
                <a:lnTo>
                  <a:pt x="528909" y="1004506"/>
                </a:lnTo>
                <a:lnTo>
                  <a:pt x="457572" y="981095"/>
                </a:lnTo>
                <a:lnTo>
                  <a:pt x="390289" y="955156"/>
                </a:lnTo>
                <a:lnTo>
                  <a:pt x="327347" y="926828"/>
                </a:lnTo>
                <a:lnTo>
                  <a:pt x="269035" y="896251"/>
                </a:lnTo>
                <a:lnTo>
                  <a:pt x="215639" y="863565"/>
                </a:lnTo>
                <a:lnTo>
                  <a:pt x="167448" y="828909"/>
                </a:lnTo>
                <a:lnTo>
                  <a:pt x="124749" y="792424"/>
                </a:lnTo>
                <a:lnTo>
                  <a:pt x="87830" y="754248"/>
                </a:lnTo>
                <a:lnTo>
                  <a:pt x="56978" y="714522"/>
                </a:lnTo>
                <a:lnTo>
                  <a:pt x="32481" y="673386"/>
                </a:lnTo>
                <a:lnTo>
                  <a:pt x="14628" y="630978"/>
                </a:lnTo>
                <a:lnTo>
                  <a:pt x="3704" y="587439"/>
                </a:lnTo>
                <a:lnTo>
                  <a:pt x="0" y="542909"/>
                </a:lnTo>
                <a:close/>
              </a:path>
            </a:pathLst>
          </a:custGeom>
          <a:ln w="12700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93569" y="2566775"/>
            <a:ext cx="1140460" cy="588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825" marR="5080" indent="-238125">
              <a:lnSpc>
                <a:spcPct val="100000"/>
              </a:lnSpc>
            </a:pPr>
            <a:r>
              <a:rPr sz="2000" spc="20" dirty="0">
                <a:latin typeface="Candara"/>
                <a:cs typeface="Candara"/>
              </a:rPr>
              <a:t>C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dirty="0">
                <a:latin typeface="Candara"/>
                <a:cs typeface="Candara"/>
              </a:rPr>
              <a:t>m</a:t>
            </a:r>
            <a:r>
              <a:rPr sz="2000" spc="5" dirty="0">
                <a:latin typeface="Candara"/>
                <a:cs typeface="Candara"/>
              </a:rPr>
              <a:t>m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M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15" dirty="0">
                <a:latin typeface="Candara"/>
                <a:cs typeface="Candara"/>
              </a:rPr>
              <a:t>d</a:t>
            </a:r>
            <a:r>
              <a:rPr sz="2000" spc="10" dirty="0">
                <a:latin typeface="Candara"/>
                <a:cs typeface="Candara"/>
              </a:rPr>
              <a:t>e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829300" y="4425946"/>
            <a:ext cx="2235200" cy="1085850"/>
          </a:xfrm>
          <a:custGeom>
            <a:avLst/>
            <a:gdLst/>
            <a:ahLst/>
            <a:cxnLst/>
            <a:rect l="l" t="t" r="r" b="b"/>
            <a:pathLst>
              <a:path w="2235200" h="1085850">
                <a:moveTo>
                  <a:pt x="0" y="542924"/>
                </a:moveTo>
                <a:lnTo>
                  <a:pt x="3704" y="498396"/>
                </a:lnTo>
                <a:lnTo>
                  <a:pt x="14628" y="454860"/>
                </a:lnTo>
                <a:lnTo>
                  <a:pt x="32481" y="412454"/>
                </a:lnTo>
                <a:lnTo>
                  <a:pt x="56978" y="371319"/>
                </a:lnTo>
                <a:lnTo>
                  <a:pt x="87830" y="331595"/>
                </a:lnTo>
                <a:lnTo>
                  <a:pt x="124749" y="293420"/>
                </a:lnTo>
                <a:lnTo>
                  <a:pt x="167448" y="256936"/>
                </a:lnTo>
                <a:lnTo>
                  <a:pt x="215639" y="222281"/>
                </a:lnTo>
                <a:lnTo>
                  <a:pt x="269035" y="189596"/>
                </a:lnTo>
                <a:lnTo>
                  <a:pt x="327347" y="159019"/>
                </a:lnTo>
                <a:lnTo>
                  <a:pt x="390289" y="130692"/>
                </a:lnTo>
                <a:lnTo>
                  <a:pt x="457572" y="104753"/>
                </a:lnTo>
                <a:lnTo>
                  <a:pt x="528909" y="81343"/>
                </a:lnTo>
                <a:lnTo>
                  <a:pt x="604012" y="60600"/>
                </a:lnTo>
                <a:lnTo>
                  <a:pt x="682593" y="42666"/>
                </a:lnTo>
                <a:lnTo>
                  <a:pt x="764366" y="27678"/>
                </a:lnTo>
                <a:lnTo>
                  <a:pt x="849041" y="15778"/>
                </a:lnTo>
                <a:lnTo>
                  <a:pt x="936332" y="7106"/>
                </a:lnTo>
                <a:lnTo>
                  <a:pt x="1025951" y="1799"/>
                </a:lnTo>
                <a:lnTo>
                  <a:pt x="1117610" y="0"/>
                </a:lnTo>
                <a:lnTo>
                  <a:pt x="1209268" y="1799"/>
                </a:lnTo>
                <a:lnTo>
                  <a:pt x="1298886" y="7106"/>
                </a:lnTo>
                <a:lnTo>
                  <a:pt x="1386176" y="15778"/>
                </a:lnTo>
                <a:lnTo>
                  <a:pt x="1470850" y="27678"/>
                </a:lnTo>
                <a:lnTo>
                  <a:pt x="1552621" y="42666"/>
                </a:lnTo>
                <a:lnTo>
                  <a:pt x="1631201" y="60600"/>
                </a:lnTo>
                <a:lnTo>
                  <a:pt x="1706302" y="81343"/>
                </a:lnTo>
                <a:lnTo>
                  <a:pt x="1777637" y="104753"/>
                </a:lnTo>
                <a:lnTo>
                  <a:pt x="1844918" y="130692"/>
                </a:lnTo>
                <a:lnTo>
                  <a:pt x="1907857" y="159019"/>
                </a:lnTo>
                <a:lnTo>
                  <a:pt x="1966167" y="189596"/>
                </a:lnTo>
                <a:lnTo>
                  <a:pt x="2019561" y="222281"/>
                </a:lnTo>
                <a:lnTo>
                  <a:pt x="2067750" y="256936"/>
                </a:lnTo>
                <a:lnTo>
                  <a:pt x="2110447" y="293420"/>
                </a:lnTo>
                <a:lnTo>
                  <a:pt x="2147364" y="331595"/>
                </a:lnTo>
                <a:lnTo>
                  <a:pt x="2178214" y="371319"/>
                </a:lnTo>
                <a:lnTo>
                  <a:pt x="2202709" y="412454"/>
                </a:lnTo>
                <a:lnTo>
                  <a:pt x="2220562" y="454860"/>
                </a:lnTo>
                <a:lnTo>
                  <a:pt x="2231485" y="498396"/>
                </a:lnTo>
                <a:lnTo>
                  <a:pt x="2235189" y="542924"/>
                </a:lnTo>
                <a:lnTo>
                  <a:pt x="2231485" y="587452"/>
                </a:lnTo>
                <a:lnTo>
                  <a:pt x="2220562" y="630989"/>
                </a:lnTo>
                <a:lnTo>
                  <a:pt x="2202709" y="673395"/>
                </a:lnTo>
                <a:lnTo>
                  <a:pt x="2178214" y="714530"/>
                </a:lnTo>
                <a:lnTo>
                  <a:pt x="2147364" y="754254"/>
                </a:lnTo>
                <a:lnTo>
                  <a:pt x="2110447" y="792429"/>
                </a:lnTo>
                <a:lnTo>
                  <a:pt x="2067750" y="828913"/>
                </a:lnTo>
                <a:lnTo>
                  <a:pt x="2019561" y="863568"/>
                </a:lnTo>
                <a:lnTo>
                  <a:pt x="1966167" y="896253"/>
                </a:lnTo>
                <a:lnTo>
                  <a:pt x="1907857" y="926830"/>
                </a:lnTo>
                <a:lnTo>
                  <a:pt x="1844918" y="955157"/>
                </a:lnTo>
                <a:lnTo>
                  <a:pt x="1777637" y="981096"/>
                </a:lnTo>
                <a:lnTo>
                  <a:pt x="1706302" y="1004506"/>
                </a:lnTo>
                <a:lnTo>
                  <a:pt x="1631201" y="1025249"/>
                </a:lnTo>
                <a:lnTo>
                  <a:pt x="1552621" y="1043183"/>
                </a:lnTo>
                <a:lnTo>
                  <a:pt x="1470850" y="1058171"/>
                </a:lnTo>
                <a:lnTo>
                  <a:pt x="1386176" y="1070071"/>
                </a:lnTo>
                <a:lnTo>
                  <a:pt x="1298886" y="1078743"/>
                </a:lnTo>
                <a:lnTo>
                  <a:pt x="1209268" y="1084050"/>
                </a:lnTo>
                <a:lnTo>
                  <a:pt x="1117610" y="1085849"/>
                </a:lnTo>
                <a:lnTo>
                  <a:pt x="1025951" y="1084050"/>
                </a:lnTo>
                <a:lnTo>
                  <a:pt x="936332" y="1078743"/>
                </a:lnTo>
                <a:lnTo>
                  <a:pt x="849041" y="1070071"/>
                </a:lnTo>
                <a:lnTo>
                  <a:pt x="764366" y="1058171"/>
                </a:lnTo>
                <a:lnTo>
                  <a:pt x="682593" y="1043183"/>
                </a:lnTo>
                <a:lnTo>
                  <a:pt x="604012" y="1025249"/>
                </a:lnTo>
                <a:lnTo>
                  <a:pt x="528909" y="1004506"/>
                </a:lnTo>
                <a:lnTo>
                  <a:pt x="457572" y="981096"/>
                </a:lnTo>
                <a:lnTo>
                  <a:pt x="390289" y="955157"/>
                </a:lnTo>
                <a:lnTo>
                  <a:pt x="327347" y="926830"/>
                </a:lnTo>
                <a:lnTo>
                  <a:pt x="269035" y="896253"/>
                </a:lnTo>
                <a:lnTo>
                  <a:pt x="215639" y="863568"/>
                </a:lnTo>
                <a:lnTo>
                  <a:pt x="167448" y="828913"/>
                </a:lnTo>
                <a:lnTo>
                  <a:pt x="124749" y="792429"/>
                </a:lnTo>
                <a:lnTo>
                  <a:pt x="87830" y="754254"/>
                </a:lnTo>
                <a:lnTo>
                  <a:pt x="56978" y="714530"/>
                </a:lnTo>
                <a:lnTo>
                  <a:pt x="32481" y="673395"/>
                </a:lnTo>
                <a:lnTo>
                  <a:pt x="14628" y="630989"/>
                </a:lnTo>
                <a:lnTo>
                  <a:pt x="3704" y="587452"/>
                </a:lnTo>
                <a:lnTo>
                  <a:pt x="0" y="542924"/>
                </a:lnTo>
                <a:close/>
              </a:path>
            </a:pathLst>
          </a:custGeom>
          <a:ln w="12700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623429" y="4709520"/>
            <a:ext cx="663575" cy="588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80975">
              <a:lnSpc>
                <a:spcPct val="100000"/>
              </a:lnSpc>
            </a:pPr>
            <a:r>
              <a:rPr sz="2000" spc="20" dirty="0">
                <a:latin typeface="Candara"/>
                <a:cs typeface="Candara"/>
              </a:rPr>
              <a:t>ex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M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15" dirty="0">
                <a:latin typeface="Candara"/>
                <a:cs typeface="Candara"/>
              </a:rPr>
              <a:t>d</a:t>
            </a:r>
            <a:r>
              <a:rPr sz="2000" spc="10" dirty="0">
                <a:latin typeface="Candara"/>
                <a:cs typeface="Candara"/>
              </a:rPr>
              <a:t>e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06495" y="4400550"/>
            <a:ext cx="2235835" cy="1085850"/>
          </a:xfrm>
          <a:custGeom>
            <a:avLst/>
            <a:gdLst/>
            <a:ahLst/>
            <a:cxnLst/>
            <a:rect l="l" t="t" r="r" b="b"/>
            <a:pathLst>
              <a:path w="2235835" h="1085850">
                <a:moveTo>
                  <a:pt x="0" y="542924"/>
                </a:moveTo>
                <a:lnTo>
                  <a:pt x="3704" y="498396"/>
                </a:lnTo>
                <a:lnTo>
                  <a:pt x="14627" y="454860"/>
                </a:lnTo>
                <a:lnTo>
                  <a:pt x="32481" y="412454"/>
                </a:lnTo>
                <a:lnTo>
                  <a:pt x="56977" y="371319"/>
                </a:lnTo>
                <a:lnTo>
                  <a:pt x="87829" y="331595"/>
                </a:lnTo>
                <a:lnTo>
                  <a:pt x="124747" y="293420"/>
                </a:lnTo>
                <a:lnTo>
                  <a:pt x="167446" y="256936"/>
                </a:lnTo>
                <a:lnTo>
                  <a:pt x="215637" y="222281"/>
                </a:lnTo>
                <a:lnTo>
                  <a:pt x="269032" y="189596"/>
                </a:lnTo>
                <a:lnTo>
                  <a:pt x="327344" y="159019"/>
                </a:lnTo>
                <a:lnTo>
                  <a:pt x="390285" y="130692"/>
                </a:lnTo>
                <a:lnTo>
                  <a:pt x="457568" y="104753"/>
                </a:lnTo>
                <a:lnTo>
                  <a:pt x="528904" y="81343"/>
                </a:lnTo>
                <a:lnTo>
                  <a:pt x="604007" y="60600"/>
                </a:lnTo>
                <a:lnTo>
                  <a:pt x="682588" y="42666"/>
                </a:lnTo>
                <a:lnTo>
                  <a:pt x="764360" y="27678"/>
                </a:lnTo>
                <a:lnTo>
                  <a:pt x="849035" y="15778"/>
                </a:lnTo>
                <a:lnTo>
                  <a:pt x="936326" y="7106"/>
                </a:lnTo>
                <a:lnTo>
                  <a:pt x="1025945" y="1799"/>
                </a:lnTo>
                <a:lnTo>
                  <a:pt x="1117604" y="0"/>
                </a:lnTo>
                <a:lnTo>
                  <a:pt x="1209262" y="1799"/>
                </a:lnTo>
                <a:lnTo>
                  <a:pt x="1298881" y="7106"/>
                </a:lnTo>
                <a:lnTo>
                  <a:pt x="1386172" y="15778"/>
                </a:lnTo>
                <a:lnTo>
                  <a:pt x="1470847" y="27678"/>
                </a:lnTo>
                <a:lnTo>
                  <a:pt x="1552620" y="42666"/>
                </a:lnTo>
                <a:lnTo>
                  <a:pt x="1631201" y="60600"/>
                </a:lnTo>
                <a:lnTo>
                  <a:pt x="1706304" y="81343"/>
                </a:lnTo>
                <a:lnTo>
                  <a:pt x="1777641" y="104753"/>
                </a:lnTo>
                <a:lnTo>
                  <a:pt x="1844924" y="130692"/>
                </a:lnTo>
                <a:lnTo>
                  <a:pt x="1907866" y="159019"/>
                </a:lnTo>
                <a:lnTo>
                  <a:pt x="1966179" y="189596"/>
                </a:lnTo>
                <a:lnTo>
                  <a:pt x="2019574" y="222281"/>
                </a:lnTo>
                <a:lnTo>
                  <a:pt x="2067765" y="256936"/>
                </a:lnTo>
                <a:lnTo>
                  <a:pt x="2110464" y="293420"/>
                </a:lnTo>
                <a:lnTo>
                  <a:pt x="2147384" y="331595"/>
                </a:lnTo>
                <a:lnTo>
                  <a:pt x="2178235" y="371319"/>
                </a:lnTo>
                <a:lnTo>
                  <a:pt x="2202732" y="412454"/>
                </a:lnTo>
                <a:lnTo>
                  <a:pt x="2220586" y="454860"/>
                </a:lnTo>
                <a:lnTo>
                  <a:pt x="2231509" y="498396"/>
                </a:lnTo>
                <a:lnTo>
                  <a:pt x="2235214" y="542924"/>
                </a:lnTo>
                <a:lnTo>
                  <a:pt x="2231509" y="587452"/>
                </a:lnTo>
                <a:lnTo>
                  <a:pt x="2220586" y="630989"/>
                </a:lnTo>
                <a:lnTo>
                  <a:pt x="2202732" y="673395"/>
                </a:lnTo>
                <a:lnTo>
                  <a:pt x="2178235" y="714530"/>
                </a:lnTo>
                <a:lnTo>
                  <a:pt x="2147384" y="754254"/>
                </a:lnTo>
                <a:lnTo>
                  <a:pt x="2110464" y="792429"/>
                </a:lnTo>
                <a:lnTo>
                  <a:pt x="2067765" y="828913"/>
                </a:lnTo>
                <a:lnTo>
                  <a:pt x="2019574" y="863568"/>
                </a:lnTo>
                <a:lnTo>
                  <a:pt x="1966179" y="896253"/>
                </a:lnTo>
                <a:lnTo>
                  <a:pt x="1907866" y="926830"/>
                </a:lnTo>
                <a:lnTo>
                  <a:pt x="1844924" y="955157"/>
                </a:lnTo>
                <a:lnTo>
                  <a:pt x="1777641" y="981096"/>
                </a:lnTo>
                <a:lnTo>
                  <a:pt x="1706304" y="1004506"/>
                </a:lnTo>
                <a:lnTo>
                  <a:pt x="1631201" y="1025249"/>
                </a:lnTo>
                <a:lnTo>
                  <a:pt x="1552620" y="1043183"/>
                </a:lnTo>
                <a:lnTo>
                  <a:pt x="1470847" y="1058171"/>
                </a:lnTo>
                <a:lnTo>
                  <a:pt x="1386172" y="1070071"/>
                </a:lnTo>
                <a:lnTo>
                  <a:pt x="1298881" y="1078743"/>
                </a:lnTo>
                <a:lnTo>
                  <a:pt x="1209262" y="1084050"/>
                </a:lnTo>
                <a:lnTo>
                  <a:pt x="1117604" y="1085849"/>
                </a:lnTo>
                <a:lnTo>
                  <a:pt x="1025945" y="1084050"/>
                </a:lnTo>
                <a:lnTo>
                  <a:pt x="936326" y="1078743"/>
                </a:lnTo>
                <a:lnTo>
                  <a:pt x="849035" y="1070071"/>
                </a:lnTo>
                <a:lnTo>
                  <a:pt x="764360" y="1058171"/>
                </a:lnTo>
                <a:lnTo>
                  <a:pt x="682588" y="1043183"/>
                </a:lnTo>
                <a:lnTo>
                  <a:pt x="604007" y="1025249"/>
                </a:lnTo>
                <a:lnTo>
                  <a:pt x="528904" y="1004506"/>
                </a:lnTo>
                <a:lnTo>
                  <a:pt x="457568" y="981096"/>
                </a:lnTo>
                <a:lnTo>
                  <a:pt x="390285" y="955157"/>
                </a:lnTo>
                <a:lnTo>
                  <a:pt x="327344" y="926830"/>
                </a:lnTo>
                <a:lnTo>
                  <a:pt x="269032" y="896253"/>
                </a:lnTo>
                <a:lnTo>
                  <a:pt x="215637" y="863568"/>
                </a:lnTo>
                <a:lnTo>
                  <a:pt x="167446" y="828913"/>
                </a:lnTo>
                <a:lnTo>
                  <a:pt x="124747" y="792429"/>
                </a:lnTo>
                <a:lnTo>
                  <a:pt x="87829" y="754254"/>
                </a:lnTo>
                <a:lnTo>
                  <a:pt x="56977" y="714530"/>
                </a:lnTo>
                <a:lnTo>
                  <a:pt x="32481" y="673395"/>
                </a:lnTo>
                <a:lnTo>
                  <a:pt x="14627" y="630989"/>
                </a:lnTo>
                <a:lnTo>
                  <a:pt x="3704" y="587452"/>
                </a:lnTo>
                <a:lnTo>
                  <a:pt x="0" y="542924"/>
                </a:lnTo>
                <a:close/>
              </a:path>
            </a:pathLst>
          </a:custGeom>
          <a:ln w="12700">
            <a:solidFill>
              <a:srgbClr val="1F48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995806" y="4684120"/>
            <a:ext cx="663575" cy="5886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000" spc="-35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10" dirty="0">
                <a:latin typeface="Candara"/>
                <a:cs typeface="Candara"/>
              </a:rPr>
              <a:t>p</a:t>
            </a:r>
            <a:r>
              <a:rPr sz="2000" spc="-25" dirty="0">
                <a:latin typeface="Candara"/>
                <a:cs typeface="Candara"/>
              </a:rPr>
              <a:t>u</a:t>
            </a:r>
            <a:r>
              <a:rPr sz="2000" spc="5" dirty="0">
                <a:latin typeface="Candara"/>
                <a:cs typeface="Candara"/>
              </a:rPr>
              <a:t>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M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15" dirty="0">
                <a:latin typeface="Candara"/>
                <a:cs typeface="Candara"/>
              </a:rPr>
              <a:t>d</a:t>
            </a:r>
            <a:r>
              <a:rPr sz="2000" spc="10" dirty="0">
                <a:latin typeface="Candara"/>
                <a:cs typeface="Candara"/>
              </a:rPr>
              <a:t>e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19300" y="3079120"/>
            <a:ext cx="1429385" cy="1321435"/>
          </a:xfrm>
          <a:custGeom>
            <a:avLst/>
            <a:gdLst/>
            <a:ahLst/>
            <a:cxnLst/>
            <a:rect l="l" t="t" r="r" b="b"/>
            <a:pathLst>
              <a:path w="1429385" h="1321435">
                <a:moveTo>
                  <a:pt x="30098" y="1241669"/>
                </a:moveTo>
                <a:lnTo>
                  <a:pt x="0" y="1321429"/>
                </a:lnTo>
                <a:lnTo>
                  <a:pt x="81783" y="1297676"/>
                </a:lnTo>
                <a:lnTo>
                  <a:pt x="70423" y="1285365"/>
                </a:lnTo>
                <a:lnTo>
                  <a:pt x="53090" y="1285365"/>
                </a:lnTo>
                <a:lnTo>
                  <a:pt x="40136" y="1271387"/>
                </a:lnTo>
                <a:lnTo>
                  <a:pt x="49520" y="1262715"/>
                </a:lnTo>
                <a:lnTo>
                  <a:pt x="30098" y="1241669"/>
                </a:lnTo>
                <a:close/>
              </a:path>
              <a:path w="1429385" h="1321435">
                <a:moveTo>
                  <a:pt x="49520" y="1262715"/>
                </a:moveTo>
                <a:lnTo>
                  <a:pt x="40136" y="1271387"/>
                </a:lnTo>
                <a:lnTo>
                  <a:pt x="53090" y="1285365"/>
                </a:lnTo>
                <a:lnTo>
                  <a:pt x="62445" y="1276720"/>
                </a:lnTo>
                <a:lnTo>
                  <a:pt x="49520" y="1262715"/>
                </a:lnTo>
                <a:close/>
              </a:path>
              <a:path w="1429385" h="1321435">
                <a:moveTo>
                  <a:pt x="62445" y="1276720"/>
                </a:moveTo>
                <a:lnTo>
                  <a:pt x="53090" y="1285365"/>
                </a:lnTo>
                <a:lnTo>
                  <a:pt x="70423" y="1285365"/>
                </a:lnTo>
                <a:lnTo>
                  <a:pt x="62445" y="1276720"/>
                </a:lnTo>
                <a:close/>
              </a:path>
              <a:path w="1429385" h="1321435">
                <a:moveTo>
                  <a:pt x="1415917" y="0"/>
                </a:moveTo>
                <a:lnTo>
                  <a:pt x="49520" y="1262715"/>
                </a:lnTo>
                <a:lnTo>
                  <a:pt x="62445" y="1276720"/>
                </a:lnTo>
                <a:lnTo>
                  <a:pt x="1428871" y="13959"/>
                </a:lnTo>
                <a:lnTo>
                  <a:pt x="141591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9218" y="3200400"/>
            <a:ext cx="1251585" cy="1181735"/>
          </a:xfrm>
          <a:custGeom>
            <a:avLst/>
            <a:gdLst/>
            <a:ahLst/>
            <a:cxnLst/>
            <a:rect l="l" t="t" r="r" b="b"/>
            <a:pathLst>
              <a:path w="1251585" h="1181735">
                <a:moveTo>
                  <a:pt x="1189173" y="45398"/>
                </a:moveTo>
                <a:lnTo>
                  <a:pt x="0" y="1167764"/>
                </a:lnTo>
                <a:lnTo>
                  <a:pt x="12953" y="1181730"/>
                </a:lnTo>
                <a:lnTo>
                  <a:pt x="1202245" y="59239"/>
                </a:lnTo>
                <a:lnTo>
                  <a:pt x="1189173" y="45398"/>
                </a:lnTo>
                <a:close/>
              </a:path>
              <a:path w="1251585" h="1181735">
                <a:moveTo>
                  <a:pt x="1237684" y="36697"/>
                </a:moveTo>
                <a:lnTo>
                  <a:pt x="1198391" y="36697"/>
                </a:lnTo>
                <a:lnTo>
                  <a:pt x="1211467" y="50535"/>
                </a:lnTo>
                <a:lnTo>
                  <a:pt x="1202245" y="59239"/>
                </a:lnTo>
                <a:lnTo>
                  <a:pt x="1221860" y="80009"/>
                </a:lnTo>
                <a:lnTo>
                  <a:pt x="1237684" y="36697"/>
                </a:lnTo>
                <a:close/>
              </a:path>
              <a:path w="1251585" h="1181735">
                <a:moveTo>
                  <a:pt x="1198391" y="36697"/>
                </a:moveTo>
                <a:lnTo>
                  <a:pt x="1189173" y="45398"/>
                </a:lnTo>
                <a:lnTo>
                  <a:pt x="1202245" y="59239"/>
                </a:lnTo>
                <a:lnTo>
                  <a:pt x="1211467" y="50535"/>
                </a:lnTo>
                <a:lnTo>
                  <a:pt x="1198391" y="36697"/>
                </a:lnTo>
                <a:close/>
              </a:path>
              <a:path w="1251585" h="1181735">
                <a:moveTo>
                  <a:pt x="1251091" y="0"/>
                </a:moveTo>
                <a:lnTo>
                  <a:pt x="1169557" y="24627"/>
                </a:lnTo>
                <a:lnTo>
                  <a:pt x="1189173" y="45398"/>
                </a:lnTo>
                <a:lnTo>
                  <a:pt x="1198391" y="36697"/>
                </a:lnTo>
                <a:lnTo>
                  <a:pt x="1237684" y="36697"/>
                </a:lnTo>
                <a:lnTo>
                  <a:pt x="1251091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52827" y="3364870"/>
            <a:ext cx="1429385" cy="1321435"/>
          </a:xfrm>
          <a:custGeom>
            <a:avLst/>
            <a:gdLst/>
            <a:ahLst/>
            <a:cxnLst/>
            <a:rect l="l" t="t" r="r" b="b"/>
            <a:pathLst>
              <a:path w="1429385" h="1321435">
                <a:moveTo>
                  <a:pt x="1366429" y="1276728"/>
                </a:moveTo>
                <a:lnTo>
                  <a:pt x="1347094" y="1297676"/>
                </a:lnTo>
                <a:lnTo>
                  <a:pt x="1428871" y="1321429"/>
                </a:lnTo>
                <a:lnTo>
                  <a:pt x="1415269" y="1285365"/>
                </a:lnTo>
                <a:lnTo>
                  <a:pt x="1375775" y="1285365"/>
                </a:lnTo>
                <a:lnTo>
                  <a:pt x="1366429" y="1276728"/>
                </a:lnTo>
                <a:close/>
              </a:path>
              <a:path w="1429385" h="1321435">
                <a:moveTo>
                  <a:pt x="1379354" y="1262724"/>
                </a:moveTo>
                <a:lnTo>
                  <a:pt x="1366429" y="1276728"/>
                </a:lnTo>
                <a:lnTo>
                  <a:pt x="1375775" y="1285365"/>
                </a:lnTo>
                <a:lnTo>
                  <a:pt x="1388729" y="1271387"/>
                </a:lnTo>
                <a:lnTo>
                  <a:pt x="1379354" y="1262724"/>
                </a:lnTo>
                <a:close/>
              </a:path>
              <a:path w="1429385" h="1321435">
                <a:moveTo>
                  <a:pt x="1398788" y="1241669"/>
                </a:moveTo>
                <a:lnTo>
                  <a:pt x="1379354" y="1262724"/>
                </a:lnTo>
                <a:lnTo>
                  <a:pt x="1388729" y="1271387"/>
                </a:lnTo>
                <a:lnTo>
                  <a:pt x="1375775" y="1285365"/>
                </a:lnTo>
                <a:lnTo>
                  <a:pt x="1415269" y="1285365"/>
                </a:lnTo>
                <a:lnTo>
                  <a:pt x="1398788" y="1241669"/>
                </a:lnTo>
                <a:close/>
              </a:path>
              <a:path w="1429385" h="1321435">
                <a:moveTo>
                  <a:pt x="12953" y="0"/>
                </a:moveTo>
                <a:lnTo>
                  <a:pt x="0" y="13959"/>
                </a:lnTo>
                <a:lnTo>
                  <a:pt x="1366429" y="1276728"/>
                </a:lnTo>
                <a:lnTo>
                  <a:pt x="1379354" y="1262724"/>
                </a:lnTo>
                <a:lnTo>
                  <a:pt x="12953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54489" y="3371850"/>
            <a:ext cx="1632585" cy="1511935"/>
          </a:xfrm>
          <a:custGeom>
            <a:avLst/>
            <a:gdLst/>
            <a:ahLst/>
            <a:cxnLst/>
            <a:rect l="l" t="t" r="r" b="b"/>
            <a:pathLst>
              <a:path w="1632585" h="1511935">
                <a:moveTo>
                  <a:pt x="62367" y="44762"/>
                </a:moveTo>
                <a:lnTo>
                  <a:pt x="49421" y="58760"/>
                </a:lnTo>
                <a:lnTo>
                  <a:pt x="1619128" y="1511939"/>
                </a:lnTo>
                <a:lnTo>
                  <a:pt x="1632082" y="1497960"/>
                </a:lnTo>
                <a:lnTo>
                  <a:pt x="62367" y="44762"/>
                </a:lnTo>
                <a:close/>
              </a:path>
              <a:path w="1632585" h="1511935">
                <a:moveTo>
                  <a:pt x="0" y="0"/>
                </a:moveTo>
                <a:lnTo>
                  <a:pt x="29992" y="79766"/>
                </a:lnTo>
                <a:lnTo>
                  <a:pt x="49421" y="58760"/>
                </a:lnTo>
                <a:lnTo>
                  <a:pt x="40142" y="50170"/>
                </a:lnTo>
                <a:lnTo>
                  <a:pt x="53096" y="36179"/>
                </a:lnTo>
                <a:lnTo>
                  <a:pt x="70306" y="36179"/>
                </a:lnTo>
                <a:lnTo>
                  <a:pt x="81808" y="23743"/>
                </a:lnTo>
                <a:lnTo>
                  <a:pt x="0" y="0"/>
                </a:lnTo>
                <a:close/>
              </a:path>
              <a:path w="1632585" h="1511935">
                <a:moveTo>
                  <a:pt x="53096" y="36179"/>
                </a:moveTo>
                <a:lnTo>
                  <a:pt x="40142" y="50170"/>
                </a:lnTo>
                <a:lnTo>
                  <a:pt x="49421" y="58760"/>
                </a:lnTo>
                <a:lnTo>
                  <a:pt x="62367" y="44762"/>
                </a:lnTo>
                <a:lnTo>
                  <a:pt x="53096" y="36179"/>
                </a:lnTo>
                <a:close/>
              </a:path>
              <a:path w="1632585" h="1511935">
                <a:moveTo>
                  <a:pt x="70306" y="36179"/>
                </a:moveTo>
                <a:lnTo>
                  <a:pt x="53096" y="36179"/>
                </a:lnTo>
                <a:lnTo>
                  <a:pt x="62367" y="44762"/>
                </a:lnTo>
                <a:lnTo>
                  <a:pt x="70306" y="36179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473689" y="3086100"/>
            <a:ext cx="1429385" cy="1321435"/>
          </a:xfrm>
          <a:custGeom>
            <a:avLst/>
            <a:gdLst/>
            <a:ahLst/>
            <a:cxnLst/>
            <a:rect l="l" t="t" r="r" b="b"/>
            <a:pathLst>
              <a:path w="1429384" h="1321435">
                <a:moveTo>
                  <a:pt x="62460" y="44711"/>
                </a:moveTo>
                <a:lnTo>
                  <a:pt x="49530" y="58724"/>
                </a:lnTo>
                <a:lnTo>
                  <a:pt x="1415948" y="1321439"/>
                </a:lnTo>
                <a:lnTo>
                  <a:pt x="1428902" y="1307460"/>
                </a:lnTo>
                <a:lnTo>
                  <a:pt x="62460" y="44711"/>
                </a:lnTo>
                <a:close/>
              </a:path>
              <a:path w="1429384" h="1321435">
                <a:moveTo>
                  <a:pt x="0" y="0"/>
                </a:moveTo>
                <a:lnTo>
                  <a:pt x="30114" y="79766"/>
                </a:lnTo>
                <a:lnTo>
                  <a:pt x="49530" y="58724"/>
                </a:lnTo>
                <a:lnTo>
                  <a:pt x="40142" y="50048"/>
                </a:lnTo>
                <a:lnTo>
                  <a:pt x="53096" y="36057"/>
                </a:lnTo>
                <a:lnTo>
                  <a:pt x="70445" y="36057"/>
                </a:lnTo>
                <a:lnTo>
                  <a:pt x="81808" y="23743"/>
                </a:lnTo>
                <a:lnTo>
                  <a:pt x="0" y="0"/>
                </a:lnTo>
                <a:close/>
              </a:path>
              <a:path w="1429384" h="1321435">
                <a:moveTo>
                  <a:pt x="53096" y="36057"/>
                </a:moveTo>
                <a:lnTo>
                  <a:pt x="40142" y="50048"/>
                </a:lnTo>
                <a:lnTo>
                  <a:pt x="49530" y="58724"/>
                </a:lnTo>
                <a:lnTo>
                  <a:pt x="62460" y="44711"/>
                </a:lnTo>
                <a:lnTo>
                  <a:pt x="53096" y="36057"/>
                </a:lnTo>
                <a:close/>
              </a:path>
              <a:path w="1429384" h="1321435">
                <a:moveTo>
                  <a:pt x="70445" y="36057"/>
                </a:moveTo>
                <a:lnTo>
                  <a:pt x="53096" y="36057"/>
                </a:lnTo>
                <a:lnTo>
                  <a:pt x="62460" y="44711"/>
                </a:lnTo>
                <a:lnTo>
                  <a:pt x="70445" y="36057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5568817" y="2888620"/>
            <a:ext cx="1632585" cy="1511935"/>
          </a:xfrm>
          <a:custGeom>
            <a:avLst/>
            <a:gdLst/>
            <a:ahLst/>
            <a:cxnLst/>
            <a:rect l="l" t="t" r="r" b="b"/>
            <a:pathLst>
              <a:path w="1632584" h="1511935">
                <a:moveTo>
                  <a:pt x="1569736" y="1467172"/>
                </a:moveTo>
                <a:lnTo>
                  <a:pt x="1550304" y="1488176"/>
                </a:lnTo>
                <a:lnTo>
                  <a:pt x="1632082" y="1511929"/>
                </a:lnTo>
                <a:lnTo>
                  <a:pt x="1618485" y="1475734"/>
                </a:lnTo>
                <a:lnTo>
                  <a:pt x="1578985" y="1475734"/>
                </a:lnTo>
                <a:lnTo>
                  <a:pt x="1569736" y="1467172"/>
                </a:lnTo>
                <a:close/>
              </a:path>
              <a:path w="1632584" h="1511935">
                <a:moveTo>
                  <a:pt x="1582672" y="1453189"/>
                </a:moveTo>
                <a:lnTo>
                  <a:pt x="1569736" y="1467172"/>
                </a:lnTo>
                <a:lnTo>
                  <a:pt x="1578985" y="1475734"/>
                </a:lnTo>
                <a:lnTo>
                  <a:pt x="1591939" y="1461768"/>
                </a:lnTo>
                <a:lnTo>
                  <a:pt x="1582672" y="1453189"/>
                </a:lnTo>
                <a:close/>
              </a:path>
              <a:path w="1632584" h="1511935">
                <a:moveTo>
                  <a:pt x="1602120" y="1432169"/>
                </a:moveTo>
                <a:lnTo>
                  <a:pt x="1582672" y="1453189"/>
                </a:lnTo>
                <a:lnTo>
                  <a:pt x="1591939" y="1461768"/>
                </a:lnTo>
                <a:lnTo>
                  <a:pt x="1578985" y="1475734"/>
                </a:lnTo>
                <a:lnTo>
                  <a:pt x="1618485" y="1475734"/>
                </a:lnTo>
                <a:lnTo>
                  <a:pt x="1602120" y="1432169"/>
                </a:lnTo>
                <a:close/>
              </a:path>
              <a:path w="1632584" h="1511935">
                <a:moveTo>
                  <a:pt x="12953" y="0"/>
                </a:moveTo>
                <a:lnTo>
                  <a:pt x="0" y="13959"/>
                </a:lnTo>
                <a:lnTo>
                  <a:pt x="1569736" y="1467172"/>
                </a:lnTo>
                <a:lnTo>
                  <a:pt x="1582672" y="1453189"/>
                </a:lnTo>
                <a:lnTo>
                  <a:pt x="12953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655634" y="2875990"/>
            <a:ext cx="709930" cy="636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b="1" spc="15" dirty="0">
                <a:latin typeface="Candara"/>
                <a:cs typeface="Candara"/>
              </a:rPr>
              <a:t>i</a:t>
            </a:r>
            <a:r>
              <a:rPr sz="1400" b="1" dirty="0">
                <a:latin typeface="Candara"/>
                <a:cs typeface="Candara"/>
              </a:rPr>
              <a:t>,</a:t>
            </a:r>
            <a:r>
              <a:rPr sz="1400" b="1" spc="-114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Candara"/>
                <a:cs typeface="Candara"/>
              </a:rPr>
              <a:t>I</a:t>
            </a:r>
            <a:r>
              <a:rPr sz="1400" b="1" dirty="0">
                <a:latin typeface="Candara"/>
                <a:cs typeface="Candara"/>
              </a:rPr>
              <a:t>,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Candara"/>
                <a:cs typeface="Candara"/>
              </a:rPr>
              <a:t>a</a:t>
            </a:r>
            <a:r>
              <a:rPr sz="1400" b="1" dirty="0">
                <a:latin typeface="Candara"/>
                <a:cs typeface="Candara"/>
              </a:rPr>
              <a:t>,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5" dirty="0">
                <a:latin typeface="Candara"/>
                <a:cs typeface="Candara"/>
              </a:rPr>
              <a:t>A,</a:t>
            </a:r>
            <a:endParaRPr sz="1400">
              <a:latin typeface="Candara"/>
              <a:cs typeface="Candara"/>
            </a:endParaRPr>
          </a:p>
          <a:p>
            <a:pPr marL="12700">
              <a:lnSpc>
                <a:spcPts val="1664"/>
              </a:lnSpc>
              <a:spcBef>
                <a:spcPts val="45"/>
              </a:spcBef>
            </a:pPr>
            <a:r>
              <a:rPr sz="1400" b="1" spc="-95" dirty="0">
                <a:latin typeface="Candara"/>
                <a:cs typeface="Candara"/>
              </a:rPr>
              <a:t>r</a:t>
            </a:r>
            <a:r>
              <a:rPr sz="1400" b="1" dirty="0">
                <a:latin typeface="Candara"/>
                <a:cs typeface="Candara"/>
              </a:rPr>
              <a:t>,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20" dirty="0">
                <a:latin typeface="Candara"/>
                <a:cs typeface="Candara"/>
              </a:rPr>
              <a:t>R</a:t>
            </a:r>
            <a:r>
              <a:rPr sz="1400" b="1" dirty="0">
                <a:latin typeface="Candara"/>
                <a:cs typeface="Candara"/>
              </a:rPr>
              <a:t>,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30" dirty="0">
                <a:latin typeface="Candara"/>
                <a:cs typeface="Candara"/>
              </a:rPr>
              <a:t>o</a:t>
            </a:r>
            <a:r>
              <a:rPr sz="1400" b="1" dirty="0">
                <a:latin typeface="Candara"/>
                <a:cs typeface="Candara"/>
              </a:rPr>
              <a:t>,</a:t>
            </a:r>
            <a:r>
              <a:rPr sz="1400" b="1" spc="-114" dirty="0">
                <a:latin typeface="Times New Roman"/>
                <a:cs typeface="Times New Roman"/>
              </a:rPr>
              <a:t> </a:t>
            </a:r>
            <a:r>
              <a:rPr sz="1400" b="1" spc="-15" dirty="0">
                <a:latin typeface="Candara"/>
                <a:cs typeface="Candara"/>
              </a:rPr>
              <a:t>O</a:t>
            </a:r>
            <a:r>
              <a:rPr sz="1400" b="1" dirty="0">
                <a:latin typeface="Candara"/>
                <a:cs typeface="Candara"/>
              </a:rPr>
              <a:t>,</a:t>
            </a:r>
            <a:endParaRPr sz="1400">
              <a:latin typeface="Candara"/>
              <a:cs typeface="Candara"/>
            </a:endParaRPr>
          </a:p>
          <a:p>
            <a:pPr marL="12700">
              <a:lnSpc>
                <a:spcPts val="1664"/>
              </a:lnSpc>
            </a:pPr>
            <a:r>
              <a:rPr sz="1400" b="1" spc="5" dirty="0">
                <a:latin typeface="Candara"/>
                <a:cs typeface="Candara"/>
              </a:rPr>
              <a:t>s,</a:t>
            </a:r>
            <a:r>
              <a:rPr sz="1400" b="1" spc="-110" dirty="0">
                <a:latin typeface="Times New Roman"/>
                <a:cs typeface="Times New Roman"/>
              </a:rPr>
              <a:t> </a:t>
            </a:r>
            <a:r>
              <a:rPr sz="1400" b="1" spc="5" dirty="0">
                <a:latin typeface="Candara"/>
                <a:cs typeface="Candara"/>
              </a:rPr>
              <a:t>S</a:t>
            </a:r>
            <a:endParaRPr sz="1400">
              <a:latin typeface="Candara"/>
              <a:cs typeface="Candar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69639" y="4003121"/>
            <a:ext cx="38862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Candara"/>
                <a:cs typeface="Candara"/>
              </a:rPr>
              <a:t>&lt;</a:t>
            </a:r>
            <a:r>
              <a:rPr sz="1200" b="1" spc="-35" dirty="0">
                <a:latin typeface="Candara"/>
                <a:cs typeface="Candara"/>
              </a:rPr>
              <a:t>E</a:t>
            </a:r>
            <a:r>
              <a:rPr sz="1200" b="1" spc="15" dirty="0">
                <a:latin typeface="Candara"/>
                <a:cs typeface="Candara"/>
              </a:rPr>
              <a:t>s</a:t>
            </a:r>
            <a:r>
              <a:rPr sz="1200" b="1" spc="-10" dirty="0">
                <a:latin typeface="Candara"/>
                <a:cs typeface="Candara"/>
              </a:rPr>
              <a:t>c</a:t>
            </a:r>
            <a:r>
              <a:rPr sz="1200" b="1" dirty="0">
                <a:latin typeface="Candara"/>
                <a:cs typeface="Candara"/>
              </a:rPr>
              <a:t>&gt;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947920" y="3556469"/>
            <a:ext cx="530860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-10" dirty="0">
                <a:latin typeface="Candara"/>
                <a:cs typeface="Candara"/>
              </a:rPr>
              <a:t>&lt;</a:t>
            </a:r>
            <a:r>
              <a:rPr sz="1200" b="1" spc="-35" dirty="0">
                <a:latin typeface="Candara"/>
                <a:cs typeface="Candara"/>
              </a:rPr>
              <a:t>E</a:t>
            </a:r>
            <a:r>
              <a:rPr sz="1200" b="1" spc="10" dirty="0">
                <a:latin typeface="Candara"/>
                <a:cs typeface="Candara"/>
              </a:rPr>
              <a:t>nt</a:t>
            </a:r>
            <a:r>
              <a:rPr sz="1200" b="1" spc="-20" dirty="0">
                <a:latin typeface="Candara"/>
                <a:cs typeface="Candara"/>
              </a:rPr>
              <a:t>e</a:t>
            </a:r>
            <a:r>
              <a:rPr sz="1200" b="1" spc="-15" dirty="0">
                <a:latin typeface="Candara"/>
                <a:cs typeface="Candara"/>
              </a:rPr>
              <a:t>r</a:t>
            </a:r>
            <a:r>
              <a:rPr sz="1200" b="1" dirty="0">
                <a:latin typeface="Candara"/>
                <a:cs typeface="Candara"/>
              </a:rPr>
              <a:t>&gt;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04887" y="3877621"/>
            <a:ext cx="179070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spc="20" dirty="0">
                <a:latin typeface="Candara"/>
                <a:cs typeface="Candara"/>
              </a:rPr>
              <a:t>sh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066787" y="3155776"/>
            <a:ext cx="64135" cy="178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b="1" dirty="0">
                <a:latin typeface="Candara"/>
                <a:cs typeface="Candara"/>
              </a:rPr>
              <a:t>: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553961" y="4373683"/>
            <a:ext cx="521334" cy="359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200" b="1" spc="-10" dirty="0">
                <a:latin typeface="Candara"/>
                <a:cs typeface="Candara"/>
              </a:rPr>
              <a:t>&lt;c</a:t>
            </a:r>
            <a:r>
              <a:rPr sz="1200" b="1" spc="0" dirty="0">
                <a:latin typeface="Candara"/>
                <a:cs typeface="Candara"/>
              </a:rPr>
              <a:t>t</a:t>
            </a:r>
            <a:r>
              <a:rPr sz="1200" b="1" spc="-15" dirty="0">
                <a:latin typeface="Candara"/>
                <a:cs typeface="Candara"/>
              </a:rPr>
              <a:t>r</a:t>
            </a:r>
            <a:r>
              <a:rPr sz="1200" b="1" spc="-5" dirty="0">
                <a:latin typeface="Candara"/>
                <a:cs typeface="Candara"/>
              </a:rPr>
              <a:t>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10" dirty="0">
                <a:latin typeface="Candara"/>
                <a:cs typeface="Candara"/>
              </a:rPr>
              <a:t>d</a:t>
            </a:r>
            <a:r>
              <a:rPr sz="1200" b="1" dirty="0">
                <a:latin typeface="Candara"/>
                <a:cs typeface="Candara"/>
              </a:rPr>
              <a:t>&gt;</a:t>
            </a:r>
            <a:endParaRPr sz="1200">
              <a:latin typeface="Candara"/>
              <a:cs typeface="Candara"/>
            </a:endParaRPr>
          </a:p>
          <a:p>
            <a:pPr marL="12700">
              <a:lnSpc>
                <a:spcPts val="1435"/>
              </a:lnSpc>
            </a:pPr>
            <a:r>
              <a:rPr sz="1200" b="1" dirty="0">
                <a:latin typeface="Candara"/>
                <a:cs typeface="Candara"/>
              </a:rPr>
              <a:t>or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spc="-20" dirty="0">
                <a:latin typeface="Candara"/>
                <a:cs typeface="Candara"/>
              </a:rPr>
              <a:t>ex</a:t>
            </a:r>
            <a:r>
              <a:rPr sz="1200" b="1" dirty="0">
                <a:latin typeface="Candara"/>
                <a:cs typeface="Candara"/>
              </a:rPr>
              <a:t>it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507747" y="3248771"/>
            <a:ext cx="1121410" cy="472440"/>
          </a:xfrm>
          <a:custGeom>
            <a:avLst/>
            <a:gdLst/>
            <a:ahLst/>
            <a:cxnLst/>
            <a:rect l="l" t="t" r="r" b="b"/>
            <a:pathLst>
              <a:path w="1121410" h="472439">
                <a:moveTo>
                  <a:pt x="1046991" y="445907"/>
                </a:moveTo>
                <a:lnTo>
                  <a:pt x="1036188" y="472318"/>
                </a:lnTo>
                <a:lnTo>
                  <a:pt x="1121151" y="465978"/>
                </a:lnTo>
                <a:lnTo>
                  <a:pt x="1107811" y="450738"/>
                </a:lnTo>
                <a:lnTo>
                  <a:pt x="1058798" y="450738"/>
                </a:lnTo>
                <a:lnTo>
                  <a:pt x="1046991" y="445907"/>
                </a:lnTo>
                <a:close/>
              </a:path>
              <a:path w="1121410" h="472439">
                <a:moveTo>
                  <a:pt x="1054212" y="428253"/>
                </a:moveTo>
                <a:lnTo>
                  <a:pt x="1046991" y="445907"/>
                </a:lnTo>
                <a:lnTo>
                  <a:pt x="1058798" y="450738"/>
                </a:lnTo>
                <a:lnTo>
                  <a:pt x="1066037" y="433090"/>
                </a:lnTo>
                <a:lnTo>
                  <a:pt x="1054212" y="428253"/>
                </a:lnTo>
                <a:close/>
              </a:path>
              <a:path w="1121410" h="472439">
                <a:moveTo>
                  <a:pt x="1065013" y="401848"/>
                </a:moveTo>
                <a:lnTo>
                  <a:pt x="1054212" y="428253"/>
                </a:lnTo>
                <a:lnTo>
                  <a:pt x="1066037" y="433090"/>
                </a:lnTo>
                <a:lnTo>
                  <a:pt x="1058798" y="450738"/>
                </a:lnTo>
                <a:lnTo>
                  <a:pt x="1107811" y="450738"/>
                </a:lnTo>
                <a:lnTo>
                  <a:pt x="1065013" y="401848"/>
                </a:lnTo>
                <a:close/>
              </a:path>
              <a:path w="1121410" h="472439">
                <a:moveTo>
                  <a:pt x="7107" y="0"/>
                </a:moveTo>
                <a:lnTo>
                  <a:pt x="0" y="17525"/>
                </a:lnTo>
                <a:lnTo>
                  <a:pt x="1046991" y="445907"/>
                </a:lnTo>
                <a:lnTo>
                  <a:pt x="1054212" y="428253"/>
                </a:lnTo>
                <a:lnTo>
                  <a:pt x="7107" y="0"/>
                </a:lnTo>
                <a:close/>
              </a:path>
            </a:pathLst>
          </a:custGeom>
          <a:solidFill>
            <a:srgbClr val="1F48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81000" y="1981200"/>
            <a:ext cx="7924800" cy="3810000"/>
          </a:xfrm>
          <a:custGeom>
            <a:avLst/>
            <a:gdLst/>
            <a:ahLst/>
            <a:cxnLst/>
            <a:rect l="l" t="t" r="r" b="b"/>
            <a:pathLst>
              <a:path w="7924800" h="3810000">
                <a:moveTo>
                  <a:pt x="0" y="634989"/>
                </a:moveTo>
                <a:lnTo>
                  <a:pt x="2104" y="582918"/>
                </a:lnTo>
                <a:lnTo>
                  <a:pt x="8311" y="532004"/>
                </a:lnTo>
                <a:lnTo>
                  <a:pt x="18454" y="482411"/>
                </a:lnTo>
                <a:lnTo>
                  <a:pt x="32372" y="434304"/>
                </a:lnTo>
                <a:lnTo>
                  <a:pt x="49901" y="387845"/>
                </a:lnTo>
                <a:lnTo>
                  <a:pt x="70877" y="343198"/>
                </a:lnTo>
                <a:lnTo>
                  <a:pt x="95137" y="300527"/>
                </a:lnTo>
                <a:lnTo>
                  <a:pt x="122517" y="259996"/>
                </a:lnTo>
                <a:lnTo>
                  <a:pt x="152855" y="221767"/>
                </a:lnTo>
                <a:lnTo>
                  <a:pt x="185987" y="186004"/>
                </a:lnTo>
                <a:lnTo>
                  <a:pt x="221748" y="152871"/>
                </a:lnTo>
                <a:lnTo>
                  <a:pt x="259977" y="122531"/>
                </a:lnTo>
                <a:lnTo>
                  <a:pt x="300509" y="95148"/>
                </a:lnTo>
                <a:lnTo>
                  <a:pt x="343182" y="70886"/>
                </a:lnTo>
                <a:lnTo>
                  <a:pt x="387831" y="49908"/>
                </a:lnTo>
                <a:lnTo>
                  <a:pt x="434293" y="32377"/>
                </a:lnTo>
                <a:lnTo>
                  <a:pt x="482406" y="18457"/>
                </a:lnTo>
                <a:lnTo>
                  <a:pt x="532004" y="8312"/>
                </a:lnTo>
                <a:lnTo>
                  <a:pt x="582926" y="2105"/>
                </a:lnTo>
                <a:lnTo>
                  <a:pt x="635008" y="0"/>
                </a:lnTo>
                <a:lnTo>
                  <a:pt x="7289809" y="0"/>
                </a:lnTo>
                <a:lnTo>
                  <a:pt x="7341881" y="2105"/>
                </a:lnTo>
                <a:lnTo>
                  <a:pt x="7392795" y="8312"/>
                </a:lnTo>
                <a:lnTo>
                  <a:pt x="7442388" y="18457"/>
                </a:lnTo>
                <a:lnTo>
                  <a:pt x="7490495" y="32377"/>
                </a:lnTo>
                <a:lnTo>
                  <a:pt x="7536954" y="49908"/>
                </a:lnTo>
                <a:lnTo>
                  <a:pt x="7581600" y="70886"/>
                </a:lnTo>
                <a:lnTo>
                  <a:pt x="7624271" y="95148"/>
                </a:lnTo>
                <a:lnTo>
                  <a:pt x="7664803" y="122531"/>
                </a:lnTo>
                <a:lnTo>
                  <a:pt x="7703032" y="152871"/>
                </a:lnTo>
                <a:lnTo>
                  <a:pt x="7738795" y="186004"/>
                </a:lnTo>
                <a:lnTo>
                  <a:pt x="7771928" y="221767"/>
                </a:lnTo>
                <a:lnTo>
                  <a:pt x="7802268" y="259996"/>
                </a:lnTo>
                <a:lnTo>
                  <a:pt x="7829651" y="300527"/>
                </a:lnTo>
                <a:lnTo>
                  <a:pt x="7853913" y="343198"/>
                </a:lnTo>
                <a:lnTo>
                  <a:pt x="7874891" y="387845"/>
                </a:lnTo>
                <a:lnTo>
                  <a:pt x="7892422" y="434304"/>
                </a:lnTo>
                <a:lnTo>
                  <a:pt x="7906342" y="482411"/>
                </a:lnTo>
                <a:lnTo>
                  <a:pt x="7916487" y="532004"/>
                </a:lnTo>
                <a:lnTo>
                  <a:pt x="7922694" y="582918"/>
                </a:lnTo>
                <a:lnTo>
                  <a:pt x="7924799" y="634989"/>
                </a:lnTo>
                <a:lnTo>
                  <a:pt x="7924799" y="3175003"/>
                </a:lnTo>
                <a:lnTo>
                  <a:pt x="7922694" y="3227075"/>
                </a:lnTo>
                <a:lnTo>
                  <a:pt x="7916487" y="3277989"/>
                </a:lnTo>
                <a:lnTo>
                  <a:pt x="7906342" y="3327581"/>
                </a:lnTo>
                <a:lnTo>
                  <a:pt x="7892422" y="3375688"/>
                </a:lnTo>
                <a:lnTo>
                  <a:pt x="7874891" y="3422147"/>
                </a:lnTo>
                <a:lnTo>
                  <a:pt x="7853913" y="3466794"/>
                </a:lnTo>
                <a:lnTo>
                  <a:pt x="7829651" y="3509466"/>
                </a:lnTo>
                <a:lnTo>
                  <a:pt x="7802268" y="3549998"/>
                </a:lnTo>
                <a:lnTo>
                  <a:pt x="7771928" y="3588228"/>
                </a:lnTo>
                <a:lnTo>
                  <a:pt x="7738795" y="3623991"/>
                </a:lnTo>
                <a:lnTo>
                  <a:pt x="7703032" y="3657125"/>
                </a:lnTo>
                <a:lnTo>
                  <a:pt x="7664803" y="3687465"/>
                </a:lnTo>
                <a:lnTo>
                  <a:pt x="7624271" y="3714848"/>
                </a:lnTo>
                <a:lnTo>
                  <a:pt x="7581600" y="3739111"/>
                </a:lnTo>
                <a:lnTo>
                  <a:pt x="7536954" y="3760090"/>
                </a:lnTo>
                <a:lnTo>
                  <a:pt x="7490495" y="3777621"/>
                </a:lnTo>
                <a:lnTo>
                  <a:pt x="7442388" y="3791541"/>
                </a:lnTo>
                <a:lnTo>
                  <a:pt x="7392795" y="3801687"/>
                </a:lnTo>
                <a:lnTo>
                  <a:pt x="7341881" y="3807894"/>
                </a:lnTo>
                <a:lnTo>
                  <a:pt x="7289809" y="3809999"/>
                </a:lnTo>
                <a:lnTo>
                  <a:pt x="635008" y="3809999"/>
                </a:lnTo>
                <a:lnTo>
                  <a:pt x="582926" y="3807894"/>
                </a:lnTo>
                <a:lnTo>
                  <a:pt x="532004" y="3801687"/>
                </a:lnTo>
                <a:lnTo>
                  <a:pt x="482406" y="3791541"/>
                </a:lnTo>
                <a:lnTo>
                  <a:pt x="434293" y="3777621"/>
                </a:lnTo>
                <a:lnTo>
                  <a:pt x="387831" y="3760090"/>
                </a:lnTo>
                <a:lnTo>
                  <a:pt x="343182" y="3739111"/>
                </a:lnTo>
                <a:lnTo>
                  <a:pt x="300509" y="3714848"/>
                </a:lnTo>
                <a:lnTo>
                  <a:pt x="259977" y="3687465"/>
                </a:lnTo>
                <a:lnTo>
                  <a:pt x="221748" y="3657125"/>
                </a:lnTo>
                <a:lnTo>
                  <a:pt x="185987" y="3623991"/>
                </a:lnTo>
                <a:lnTo>
                  <a:pt x="152855" y="3588228"/>
                </a:lnTo>
                <a:lnTo>
                  <a:pt x="122517" y="3549998"/>
                </a:lnTo>
                <a:lnTo>
                  <a:pt x="95137" y="3509466"/>
                </a:lnTo>
                <a:lnTo>
                  <a:pt x="70877" y="3466794"/>
                </a:lnTo>
                <a:lnTo>
                  <a:pt x="49901" y="3422147"/>
                </a:lnTo>
                <a:lnTo>
                  <a:pt x="32372" y="3375688"/>
                </a:lnTo>
                <a:lnTo>
                  <a:pt x="18454" y="3327581"/>
                </a:lnTo>
                <a:lnTo>
                  <a:pt x="8311" y="3277989"/>
                </a:lnTo>
                <a:lnTo>
                  <a:pt x="2104" y="3227075"/>
                </a:lnTo>
                <a:lnTo>
                  <a:pt x="0" y="3175003"/>
                </a:lnTo>
                <a:lnTo>
                  <a:pt x="0" y="634989"/>
                </a:lnTo>
                <a:close/>
              </a:path>
            </a:pathLst>
          </a:custGeom>
          <a:ln w="9534">
            <a:solidFill>
              <a:srgbClr val="3F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79730" y="1443995"/>
            <a:ext cx="3232150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M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4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179578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-35" dirty="0">
                <a:latin typeface="Candara"/>
                <a:cs typeface="Candara"/>
              </a:rPr>
              <a:t>2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30" dirty="0">
                <a:latin typeface="Candara"/>
                <a:cs typeface="Candara"/>
              </a:rPr>
              <a:t>u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M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5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-10" dirty="0"/>
              <a:t>C</a:t>
            </a:r>
            <a:r>
              <a:rPr spc="20" dirty="0"/>
              <a:t>o</a:t>
            </a:r>
            <a:r>
              <a:rPr dirty="0"/>
              <a:t>n</a:t>
            </a:r>
            <a:r>
              <a:rPr spc="-25" dirty="0"/>
              <a:t>t</a:t>
            </a:r>
            <a:r>
              <a:rPr spc="-5" dirty="0"/>
              <a:t>en</a:t>
            </a:r>
            <a:r>
              <a:rPr spc="-20" dirty="0"/>
              <a:t>t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8754" y="1387333"/>
            <a:ext cx="101981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-20" dirty="0">
                <a:latin typeface="Candara"/>
                <a:cs typeface="Candara"/>
              </a:rPr>
              <a:t>C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mm</a:t>
            </a:r>
            <a:r>
              <a:rPr sz="1800" b="1" u="sng" spc="15" dirty="0">
                <a:latin typeface="Candara"/>
                <a:cs typeface="Candara"/>
              </a:rPr>
              <a:t>a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137" y="1387333"/>
            <a:ext cx="88646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15" dirty="0">
                <a:latin typeface="Candara"/>
                <a:cs typeface="Candara"/>
              </a:rPr>
              <a:t>F</a:t>
            </a:r>
            <a:r>
              <a:rPr sz="1800" b="1" u="sng" dirty="0">
                <a:latin typeface="Candara"/>
                <a:cs typeface="Candara"/>
              </a:rPr>
              <a:t>u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spc="20" dirty="0">
                <a:latin typeface="Candara"/>
                <a:cs typeface="Candara"/>
              </a:rPr>
              <a:t>ct</a:t>
            </a:r>
            <a:r>
              <a:rPr sz="1800" b="1" u="sng" dirty="0">
                <a:latin typeface="Candara"/>
                <a:cs typeface="Candara"/>
              </a:rPr>
              <a:t>i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67151" y="1968990"/>
            <a:ext cx="7556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i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25845" y="1968990"/>
            <a:ext cx="259651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7151" y="2598533"/>
            <a:ext cx="889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I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25844" y="2598533"/>
            <a:ext cx="304355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15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be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-15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nn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ng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67151" y="3237721"/>
            <a:ext cx="13779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a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25844" y="3237721"/>
            <a:ext cx="301688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5" dirty="0">
                <a:latin typeface="Candara"/>
                <a:cs typeface="Candara"/>
              </a:rPr>
              <a:t>ppe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ght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67151" y="3876539"/>
            <a:ext cx="16700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A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25844" y="3876539"/>
            <a:ext cx="301561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5" dirty="0">
                <a:latin typeface="Candara"/>
                <a:cs typeface="Candara"/>
              </a:rPr>
              <a:t>ppe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7151" y="4506071"/>
            <a:ext cx="15367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o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25844" y="4506071"/>
            <a:ext cx="16897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O</a:t>
            </a:r>
            <a:r>
              <a:rPr sz="1800" spc="-25" dirty="0">
                <a:latin typeface="Candara"/>
                <a:cs typeface="Candara"/>
              </a:rPr>
              <a:t>pe</a:t>
            </a:r>
            <a:r>
              <a:rPr sz="1800" dirty="0">
                <a:latin typeface="Candara"/>
                <a:cs typeface="Candara"/>
              </a:rPr>
              <a:t>ns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be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w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7151" y="5145270"/>
            <a:ext cx="18478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O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25844" y="5145270"/>
            <a:ext cx="168910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O</a:t>
            </a:r>
            <a:r>
              <a:rPr sz="1800" spc="-25" dirty="0">
                <a:latin typeface="Candara"/>
                <a:cs typeface="Candara"/>
              </a:rPr>
              <a:t>pe</a:t>
            </a:r>
            <a:r>
              <a:rPr sz="1800" dirty="0">
                <a:latin typeface="Candara"/>
                <a:cs typeface="Candara"/>
              </a:rPr>
              <a:t>ns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5" dirty="0">
                <a:latin typeface="Candara"/>
                <a:cs typeface="Candara"/>
              </a:rPr>
              <a:t>b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269563"/>
            <a:ext cx="2753995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-15" dirty="0">
                <a:latin typeface="Candara"/>
                <a:cs typeface="Candara"/>
              </a:rPr>
              <a:t>C</a:t>
            </a:r>
            <a:r>
              <a:rPr sz="2750" spc="30" dirty="0">
                <a:latin typeface="Candara"/>
                <a:cs typeface="Candara"/>
              </a:rPr>
              <a:t>o</a:t>
            </a:r>
            <a:r>
              <a:rPr sz="2750" spc="15" dirty="0">
                <a:latin typeface="Candara"/>
                <a:cs typeface="Candara"/>
              </a:rPr>
              <a:t>n</a:t>
            </a:r>
            <a:r>
              <a:rPr sz="2750" spc="-20" dirty="0">
                <a:latin typeface="Candara"/>
                <a:cs typeface="Candara"/>
              </a:rPr>
              <a:t>t</a:t>
            </a:r>
            <a:r>
              <a:rPr sz="2750" spc="5" dirty="0">
                <a:latin typeface="Candara"/>
                <a:cs typeface="Candara"/>
              </a:rPr>
              <a:t>en</a:t>
            </a:r>
            <a:r>
              <a:rPr sz="2750" spc="-15" dirty="0">
                <a:latin typeface="Candara"/>
                <a:cs typeface="Candara"/>
              </a:rPr>
              <a:t>t</a:t>
            </a:r>
            <a:r>
              <a:rPr sz="2750" spc="10" dirty="0">
                <a:latin typeface="Candara"/>
                <a:cs typeface="Candara"/>
              </a:rPr>
              <a:t>s</a:t>
            </a:r>
            <a:r>
              <a:rPr sz="2750" spc="20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Candara"/>
                <a:cs typeface="Candara"/>
              </a:rPr>
              <a:t>(</a:t>
            </a:r>
            <a:r>
              <a:rPr sz="2750" spc="20" dirty="0">
                <a:latin typeface="Candara"/>
                <a:cs typeface="Candara"/>
              </a:rPr>
              <a:t>c</a:t>
            </a:r>
            <a:r>
              <a:rPr sz="2750" spc="30" dirty="0">
                <a:latin typeface="Candara"/>
                <a:cs typeface="Candara"/>
              </a:rPr>
              <a:t>o</a:t>
            </a:r>
            <a:r>
              <a:rPr sz="2750" spc="15" dirty="0">
                <a:latin typeface="Candara"/>
                <a:cs typeface="Candara"/>
              </a:rPr>
              <a:t>n</a:t>
            </a:r>
            <a:r>
              <a:rPr sz="2750" spc="-20" dirty="0">
                <a:latin typeface="Candara"/>
                <a:cs typeface="Candara"/>
              </a:rPr>
              <a:t>t</a:t>
            </a:r>
            <a:r>
              <a:rPr sz="2750" spc="-15" dirty="0">
                <a:latin typeface="Candara"/>
                <a:cs typeface="Candara"/>
              </a:rPr>
              <a:t>d</a:t>
            </a:r>
            <a:r>
              <a:rPr sz="2750" spc="-20" dirty="0">
                <a:latin typeface="Candara"/>
                <a:cs typeface="Candara"/>
              </a:rPr>
              <a:t>..</a:t>
            </a:r>
            <a:r>
              <a:rPr sz="2750" spc="5" dirty="0">
                <a:latin typeface="Candara"/>
                <a:cs typeface="Candara"/>
              </a:rPr>
              <a:t>)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6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2648" y="1387326"/>
            <a:ext cx="1019810" cy="8362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u="sng" spc="-20" dirty="0">
                <a:latin typeface="Candara"/>
                <a:cs typeface="Candara"/>
              </a:rPr>
              <a:t>C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mm</a:t>
            </a:r>
            <a:r>
              <a:rPr sz="1800" b="1" u="sng" spc="15" dirty="0">
                <a:latin typeface="Candara"/>
                <a:cs typeface="Candara"/>
              </a:rPr>
              <a:t>a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00">
              <a:latin typeface="Times New Roman"/>
              <a:cs typeface="Times New Roman"/>
            </a:endParaRPr>
          </a:p>
          <a:p>
            <a:pPr marR="65405" algn="ctr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41137" y="1387326"/>
            <a:ext cx="88646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15" dirty="0">
                <a:latin typeface="Candara"/>
                <a:cs typeface="Candara"/>
              </a:rPr>
              <a:t>F</a:t>
            </a:r>
            <a:r>
              <a:rPr sz="1800" b="1" u="sng" dirty="0">
                <a:latin typeface="Candara"/>
                <a:cs typeface="Candara"/>
              </a:rPr>
              <a:t>u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spc="20" dirty="0">
                <a:latin typeface="Candara"/>
                <a:cs typeface="Candara"/>
              </a:rPr>
              <a:t>ct</a:t>
            </a:r>
            <a:r>
              <a:rPr sz="1800" b="1" u="sng" dirty="0">
                <a:latin typeface="Candara"/>
                <a:cs typeface="Candara"/>
              </a:rPr>
              <a:t>i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138" y="1968990"/>
            <a:ext cx="3340735" cy="1523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0350" indent="-248285">
              <a:lnSpc>
                <a:spcPct val="100000"/>
              </a:lnSpc>
            </a:pP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ng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9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  <a:p>
            <a:pPr marL="59690" marR="5080" indent="200025">
              <a:lnSpc>
                <a:spcPts val="5030"/>
              </a:lnSpc>
              <a:spcBef>
                <a:spcPts val="570"/>
              </a:spcBef>
            </a:pP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(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3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5" dirty="0">
                <a:latin typeface="Candara"/>
                <a:cs typeface="Candara"/>
              </a:rPr>
              <a:t>c</a:t>
            </a:r>
            <a:r>
              <a:rPr sz="1800" spc="-10" dirty="0">
                <a:latin typeface="Candara"/>
                <a:cs typeface="Candara"/>
              </a:rPr>
              <a:t>&gt;</a:t>
            </a:r>
            <a:r>
              <a:rPr sz="1800" dirty="0">
                <a:latin typeface="Candara"/>
                <a:cs typeface="Candara"/>
              </a:rPr>
              <a:t>)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ght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24276" y="3237721"/>
            <a:ext cx="16446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R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172085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3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V</a:t>
            </a:r>
            <a:r>
              <a:rPr sz="1200" dirty="0">
                <a:latin typeface="Candara"/>
                <a:cs typeface="Candara"/>
              </a:rPr>
              <a:t>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or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–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v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&amp;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Candara"/>
                <a:cs typeface="Candara"/>
              </a:rPr>
              <a:t>Q</a:t>
            </a:r>
            <a:r>
              <a:rPr sz="1200" spc="30" dirty="0">
                <a:latin typeface="Candara"/>
                <a:cs typeface="Candara"/>
              </a:rPr>
              <a:t>u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t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7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15" dirty="0"/>
              <a:t>D</a:t>
            </a:r>
            <a:r>
              <a:rPr spc="5" dirty="0"/>
              <a:t>e</a:t>
            </a:r>
            <a:r>
              <a:rPr spc="45" dirty="0"/>
              <a:t>s</a:t>
            </a:r>
            <a:r>
              <a:rPr spc="20" dirty="0"/>
              <a:t>c</a:t>
            </a:r>
            <a:r>
              <a:rPr spc="-5" dirty="0"/>
              <a:t>r</a:t>
            </a:r>
            <a:r>
              <a:rPr dirty="0"/>
              <a:t>i</a:t>
            </a:r>
            <a:r>
              <a:rPr spc="25" dirty="0"/>
              <a:t>p</a:t>
            </a:r>
            <a:r>
              <a:rPr spc="-20" dirty="0"/>
              <a:t>t</a:t>
            </a:r>
            <a:r>
              <a:rPr dirty="0"/>
              <a:t>i</a:t>
            </a:r>
            <a:r>
              <a:rPr spc="15" dirty="0"/>
              <a:t>o</a:t>
            </a:r>
            <a:r>
              <a:rPr dirty="0"/>
              <a:t>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9730" y="1443995"/>
            <a:ext cx="5150485" cy="836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15" dirty="0">
                <a:latin typeface="Candara"/>
                <a:cs typeface="Candara"/>
              </a:rPr>
              <a:t>F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ut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6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&lt;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&gt;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00A0E4"/>
              </a:buClr>
              <a:buFont typeface="Wingdings"/>
              <a:buChar char=""/>
            </a:pPr>
            <a:endParaRPr sz="1950">
              <a:latin typeface="Times New Roman"/>
              <a:cs typeface="Times New Roman"/>
            </a:endParaRPr>
          </a:p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15" dirty="0">
                <a:latin typeface="Candara"/>
                <a:cs typeface="Candara"/>
              </a:rPr>
              <a:t>F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005" y="2627108"/>
            <a:ext cx="76327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S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56435" y="2627108"/>
            <a:ext cx="30607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w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4004" y="3266296"/>
            <a:ext cx="71818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Q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56434" y="3266296"/>
            <a:ext cx="25781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q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24005" y="3905725"/>
            <a:ext cx="219900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0" dirty="0">
                <a:latin typeface="Candara"/>
                <a:cs typeface="Candara"/>
              </a:rPr>
              <a:t>T</a:t>
            </a:r>
            <a:r>
              <a:rPr sz="1800" spc="-1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Q</a:t>
            </a:r>
            <a:r>
              <a:rPr sz="1800" dirty="0">
                <a:latin typeface="Candara"/>
                <a:cs typeface="Candara"/>
              </a:rPr>
              <a:t>u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spc="-1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spc="15" dirty="0">
                <a:latin typeface="Candara"/>
                <a:cs typeface="Candara"/>
              </a:rPr>
              <a:t>t</a:t>
            </a:r>
            <a:r>
              <a:rPr sz="1800" spc="-10" dirty="0">
                <a:latin typeface="Candara"/>
                <a:cs typeface="Candara"/>
              </a:rPr>
              <a:t>h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u</a:t>
            </a:r>
            <a:r>
              <a:rPr sz="1800" spc="-1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0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spc="-10" dirty="0">
                <a:latin typeface="Candara"/>
                <a:cs typeface="Candara"/>
              </a:rPr>
              <a:t>ng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56436" y="3905725"/>
            <a:ext cx="3092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ndara"/>
                <a:cs typeface="Candara"/>
              </a:rPr>
              <a:t>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q!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4004" y="4534646"/>
            <a:ext cx="137668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9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&amp;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q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956436" y="4534646"/>
            <a:ext cx="426084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wq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4005" y="5173845"/>
            <a:ext cx="227329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Candara"/>
                <a:cs typeface="Candara"/>
              </a:rPr>
              <a:t>or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956435" y="5173845"/>
            <a:ext cx="24574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: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x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174815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30" dirty="0">
                <a:latin typeface="Candara"/>
                <a:cs typeface="Candara"/>
              </a:rPr>
              <a:t>4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v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5" dirty="0">
                <a:latin typeface="Candara"/>
                <a:cs typeface="Candara"/>
              </a:rPr>
              <a:t>g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on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8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20" dirty="0"/>
              <a:t>O</a:t>
            </a:r>
            <a:r>
              <a:rPr spc="25" dirty="0"/>
              <a:t>v</a:t>
            </a:r>
            <a:r>
              <a:rPr spc="5" dirty="0"/>
              <a:t>er</a:t>
            </a:r>
            <a:r>
              <a:rPr spc="15" dirty="0"/>
              <a:t>v</a:t>
            </a:r>
            <a:r>
              <a:rPr spc="10" dirty="0"/>
              <a:t>iew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38958" y="1212704"/>
            <a:ext cx="271462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842770" algn="l"/>
              </a:tabLst>
            </a:pPr>
            <a:r>
              <a:rPr sz="1800" b="1" u="sng" spc="-25" dirty="0">
                <a:latin typeface="Candara"/>
                <a:cs typeface="Candara"/>
              </a:rPr>
              <a:t>C</a:t>
            </a:r>
            <a:r>
              <a:rPr sz="1800" b="1" u="sng" spc="-35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mm</a:t>
            </a:r>
            <a:r>
              <a:rPr sz="1800" b="1" u="sng" spc="10" dirty="0">
                <a:latin typeface="Candara"/>
                <a:cs typeface="Candara"/>
              </a:rPr>
              <a:t>a</a:t>
            </a:r>
            <a:r>
              <a:rPr sz="1800" b="1" u="sng" spc="-20" dirty="0">
                <a:latin typeface="Candara"/>
                <a:cs typeface="Candara"/>
              </a:rPr>
              <a:t>n</a:t>
            </a:r>
            <a:r>
              <a:rPr sz="1800" b="1" u="sng" dirty="0">
                <a:latin typeface="Candara"/>
                <a:cs typeface="Candara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	</a:t>
            </a:r>
            <a:r>
              <a:rPr sz="1800" b="1" u="sng" spc="10" dirty="0">
                <a:latin typeface="Candara"/>
                <a:cs typeface="Candara"/>
              </a:rPr>
              <a:t>F</a:t>
            </a:r>
            <a:r>
              <a:rPr sz="1800" b="1" u="sng" dirty="0">
                <a:latin typeface="Candara"/>
                <a:cs typeface="Candara"/>
              </a:rPr>
              <a:t>u</a:t>
            </a:r>
            <a:r>
              <a:rPr sz="1800" b="1" u="sng" spc="-20" dirty="0">
                <a:latin typeface="Candara"/>
                <a:cs typeface="Candara"/>
              </a:rPr>
              <a:t>n</a:t>
            </a:r>
            <a:r>
              <a:rPr sz="1800" b="1" u="sng" spc="20" dirty="0">
                <a:latin typeface="Candara"/>
                <a:cs typeface="Candara"/>
              </a:rPr>
              <a:t>c</a:t>
            </a:r>
            <a:r>
              <a:rPr sz="1800" b="1" u="sng" spc="15" dirty="0">
                <a:latin typeface="Candara"/>
                <a:cs typeface="Candara"/>
              </a:rPr>
              <a:t>t</a:t>
            </a:r>
            <a:r>
              <a:rPr sz="1800" b="1" u="sng" dirty="0">
                <a:latin typeface="Candara"/>
                <a:cs typeface="Candara"/>
              </a:rPr>
              <a:t>i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6587" y="1632440"/>
            <a:ext cx="201295" cy="354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5880">
              <a:lnSpc>
                <a:spcPct val="149500"/>
              </a:lnSpc>
            </a:pPr>
            <a:r>
              <a:rPr sz="1800" dirty="0">
                <a:latin typeface="Candara"/>
                <a:cs typeface="Candara"/>
              </a:rPr>
              <a:t>h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j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k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I</a:t>
            </a:r>
            <a:endParaRPr sz="18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800" dirty="0">
                <a:latin typeface="Candara"/>
                <a:cs typeface="Candara"/>
              </a:rPr>
              <a:t>^</a:t>
            </a:r>
            <a:endParaRPr sz="1800">
              <a:latin typeface="Candara"/>
              <a:cs typeface="Candara"/>
            </a:endParaRPr>
          </a:p>
          <a:p>
            <a:pPr marL="12700" marR="5080" algn="just">
              <a:lnSpc>
                <a:spcPct val="149500"/>
              </a:lnSpc>
              <a:spcBef>
                <a:spcPts val="75"/>
              </a:spcBef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b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w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06380" y="1632440"/>
            <a:ext cx="4549775" cy="35452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 marR="2585720">
              <a:lnSpc>
                <a:spcPct val="149500"/>
              </a:lnSpc>
            </a:pP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d</a:t>
            </a:r>
            <a:r>
              <a:rPr sz="1800" spc="-35" dirty="0">
                <a:latin typeface="Candara"/>
                <a:cs typeface="Candara"/>
              </a:rPr>
              <a:t>ow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p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ght</a:t>
            </a:r>
            <a:endParaRPr sz="1800">
              <a:latin typeface="Candara"/>
              <a:cs typeface="Candara"/>
            </a:endParaRPr>
          </a:p>
          <a:p>
            <a:pPr marL="60325" marR="1217930">
              <a:lnSpc>
                <a:spcPts val="3310"/>
              </a:lnSpc>
              <a:spcBef>
                <a:spcPts val="220"/>
              </a:spcBef>
            </a:pP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be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nn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ne</a:t>
            </a:r>
            <a:endParaRPr sz="1800">
              <a:latin typeface="Candara"/>
              <a:cs typeface="Candara"/>
            </a:endParaRPr>
          </a:p>
          <a:p>
            <a:pPr marL="60325">
              <a:lnSpc>
                <a:spcPct val="100000"/>
              </a:lnSpc>
              <a:spcBef>
                <a:spcPts val="765"/>
              </a:spcBef>
            </a:pP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b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5" dirty="0">
                <a:latin typeface="Candara"/>
                <a:cs typeface="Candara"/>
              </a:rPr>
              <a:t>c</a:t>
            </a:r>
            <a:r>
              <a:rPr sz="1800" spc="15" dirty="0">
                <a:latin typeface="Candara"/>
                <a:cs typeface="Candara"/>
              </a:rPr>
              <a:t>k</a:t>
            </a:r>
            <a:r>
              <a:rPr sz="1800" spc="-35" dirty="0">
                <a:latin typeface="Candara"/>
                <a:cs typeface="Candara"/>
              </a:rPr>
              <a:t>w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d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be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nn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wo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  <a:p>
            <a:pPr marL="12700" marR="318770" indent="47625">
              <a:lnSpc>
                <a:spcPct val="149400"/>
              </a:lnSpc>
            </a:pP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spc="-35" dirty="0">
                <a:latin typeface="Candara"/>
                <a:cs typeface="Candara"/>
              </a:rPr>
              <a:t>w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wo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M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v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cu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spc="-35" dirty="0">
                <a:latin typeface="Candara"/>
                <a:cs typeface="Candara"/>
              </a:rPr>
              <a:t>w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be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nn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wo</a:t>
            </a:r>
            <a:r>
              <a:rPr sz="1800" spc="30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139446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.5: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P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5" dirty="0">
                <a:latin typeface="Candara"/>
                <a:cs typeface="Candara"/>
              </a:rPr>
              <a:t>g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F</a:t>
            </a:r>
            <a:r>
              <a:rPr sz="1200" spc="30" dirty="0">
                <a:latin typeface="Candara"/>
                <a:cs typeface="Candara"/>
              </a:rPr>
              <a:t>u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9</a:t>
            </a:fld>
            <a:r>
              <a:rPr sz="900" spc="2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15" dirty="0"/>
              <a:t>D</a:t>
            </a:r>
            <a:r>
              <a:rPr spc="5" dirty="0"/>
              <a:t>e</a:t>
            </a:r>
            <a:r>
              <a:rPr spc="-15" dirty="0"/>
              <a:t>ta</a:t>
            </a:r>
            <a:r>
              <a:rPr dirty="0"/>
              <a:t>i</a:t>
            </a:r>
            <a:r>
              <a:rPr spc="-45" dirty="0"/>
              <a:t>l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023" y="1387333"/>
            <a:ext cx="101981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-20" dirty="0">
                <a:latin typeface="Candara"/>
                <a:cs typeface="Candara"/>
              </a:rPr>
              <a:t>C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mm</a:t>
            </a:r>
            <a:r>
              <a:rPr sz="1800" b="1" u="sng" spc="15" dirty="0">
                <a:latin typeface="Candara"/>
                <a:cs typeface="Candara"/>
              </a:rPr>
              <a:t>a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1142" y="1387333"/>
            <a:ext cx="88646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15" dirty="0">
                <a:latin typeface="Candara"/>
                <a:cs typeface="Candara"/>
              </a:rPr>
              <a:t>F</a:t>
            </a:r>
            <a:r>
              <a:rPr sz="1800" b="1" u="sng" dirty="0">
                <a:latin typeface="Candara"/>
                <a:cs typeface="Candara"/>
              </a:rPr>
              <a:t>u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spc="20" dirty="0">
                <a:latin typeface="Candara"/>
                <a:cs typeface="Candara"/>
              </a:rPr>
              <a:t>ct</a:t>
            </a:r>
            <a:r>
              <a:rPr sz="1800" b="1" u="sng" dirty="0">
                <a:latin typeface="Candara"/>
                <a:cs typeface="Candara"/>
              </a:rPr>
              <a:t>i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020" y="1873740"/>
            <a:ext cx="111252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-15" dirty="0">
                <a:latin typeface="Candara"/>
                <a:cs typeface="Candara"/>
              </a:rPr>
              <a:t>C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-15" dirty="0">
                <a:latin typeface="Candara"/>
                <a:cs typeface="Candara"/>
              </a:rPr>
              <a:t>f&gt;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41138" y="1873740"/>
            <a:ext cx="172529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" dirty="0">
                <a:latin typeface="Candara"/>
                <a:cs typeface="Candara"/>
              </a:rPr>
              <a:t>F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ge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5020" y="2379208"/>
            <a:ext cx="115887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-15" dirty="0">
                <a:latin typeface="Candara"/>
                <a:cs typeface="Candara"/>
              </a:rPr>
              <a:t>C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-25" dirty="0">
                <a:latin typeface="Candara"/>
                <a:cs typeface="Candara"/>
              </a:rPr>
              <a:t>b&gt;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2157" y="2379208"/>
            <a:ext cx="190627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" dirty="0">
                <a:latin typeface="Candara"/>
                <a:cs typeface="Candara"/>
              </a:rPr>
              <a:t>F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5020" y="2884894"/>
            <a:ext cx="11601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Candara"/>
                <a:cs typeface="Candara"/>
              </a:rPr>
              <a:t>&lt;</a:t>
            </a:r>
            <a:r>
              <a:rPr sz="1800" spc="-20" dirty="0">
                <a:latin typeface="Candara"/>
                <a:cs typeface="Candara"/>
              </a:rPr>
              <a:t>C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n</a:t>
            </a:r>
            <a:r>
              <a:rPr sz="1800" spc="20" dirty="0">
                <a:latin typeface="Candara"/>
                <a:cs typeface="Candara"/>
              </a:rPr>
              <a:t>t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-</a:t>
            </a:r>
            <a:r>
              <a:rPr sz="1800" spc="-15" dirty="0">
                <a:latin typeface="Candara"/>
                <a:cs typeface="Candara"/>
              </a:rPr>
              <a:t>d&gt;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12158" y="2884894"/>
            <a:ext cx="178117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0" dirty="0">
                <a:latin typeface="Candara"/>
                <a:cs typeface="Candara"/>
              </a:rPr>
              <a:t>H</a:t>
            </a:r>
            <a:r>
              <a:rPr sz="1800" spc="0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35" dirty="0">
                <a:latin typeface="Candara"/>
                <a:cs typeface="Candara"/>
              </a:rPr>
              <a:t>p</a:t>
            </a:r>
            <a:r>
              <a:rPr sz="1800" spc="0" dirty="0">
                <a:latin typeface="Candara"/>
                <a:cs typeface="Candara"/>
              </a:rPr>
              <a:t>a</a:t>
            </a:r>
            <a:r>
              <a:rPr sz="1800" spc="-10" dirty="0">
                <a:latin typeface="Candara"/>
                <a:cs typeface="Candara"/>
              </a:rPr>
              <a:t>g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f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0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5020" y="3399646"/>
            <a:ext cx="116332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-15" dirty="0">
                <a:latin typeface="Candara"/>
                <a:cs typeface="Candara"/>
              </a:rPr>
              <a:t>C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0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10" dirty="0">
                <a:latin typeface="Candara"/>
                <a:cs typeface="Candara"/>
              </a:rPr>
              <a:t>u&gt;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2157" y="3399646"/>
            <a:ext cx="195389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H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ge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22625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5" dirty="0">
                <a:latin typeface="Candara"/>
                <a:cs typeface="Candara"/>
              </a:rPr>
              <a:t>6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h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740662" y="6649277"/>
            <a:ext cx="25082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5" dirty="0">
                <a:solidFill>
                  <a:srgbClr val="1F487C"/>
                </a:solidFill>
                <a:latin typeface="Arial"/>
                <a:cs typeface="Arial"/>
              </a:rPr>
              <a:t>-</a:t>
            </a:r>
            <a:r>
              <a:rPr sz="800" spc="-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900" spc="-20" dirty="0">
                <a:solidFill>
                  <a:srgbClr val="7F7F7F"/>
                </a:solidFill>
                <a:latin typeface="Candara"/>
                <a:cs typeface="Candara"/>
              </a:rPr>
              <a:t>1</a:t>
            </a:r>
            <a:r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0</a:t>
            </a:r>
            <a:r>
              <a:rPr sz="900" spc="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87C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15" dirty="0"/>
              <a:t>D</a:t>
            </a:r>
            <a:r>
              <a:rPr spc="5" dirty="0"/>
              <a:t>e</a:t>
            </a:r>
            <a:r>
              <a:rPr spc="-15" dirty="0"/>
              <a:t>ta</a:t>
            </a:r>
            <a:r>
              <a:rPr dirty="0"/>
              <a:t>i</a:t>
            </a:r>
            <a:r>
              <a:rPr spc="-45" dirty="0"/>
              <a:t>l</a:t>
            </a:r>
            <a:r>
              <a:rPr dirty="0"/>
              <a:t>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95020" y="1387333"/>
            <a:ext cx="1113790" cy="1475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-20" dirty="0">
                <a:latin typeface="Candara"/>
                <a:cs typeface="Candara"/>
              </a:rPr>
              <a:t>C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dirty="0">
                <a:latin typeface="Candara"/>
                <a:cs typeface="Candara"/>
              </a:rPr>
              <a:t>mm</a:t>
            </a:r>
            <a:r>
              <a:rPr sz="1800" b="1" u="sng" spc="15" dirty="0">
                <a:latin typeface="Candara"/>
                <a:cs typeface="Candara"/>
              </a:rPr>
              <a:t>a</a:t>
            </a:r>
            <a:r>
              <a:rPr sz="1800" b="1" u="sng" spc="-15" dirty="0">
                <a:latin typeface="Candara"/>
                <a:cs typeface="Candara"/>
              </a:rPr>
              <a:t>nd</a:t>
            </a:r>
            <a:r>
              <a:rPr sz="1800" b="1" u="sng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35" dirty="0">
                <a:latin typeface="Candara"/>
                <a:cs typeface="Candara"/>
              </a:rPr>
              <a:t>/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  <a:p>
            <a:pPr marL="12700" marR="695960">
              <a:lnSpc>
                <a:spcPts val="3229"/>
              </a:lnSpc>
              <a:spcBef>
                <a:spcPts val="210"/>
              </a:spcBef>
            </a:pPr>
            <a:r>
              <a:rPr sz="1800" spc="-40" dirty="0">
                <a:latin typeface="Candara"/>
                <a:cs typeface="Candara"/>
              </a:rPr>
              <a:t>?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5844" y="1387333"/>
            <a:ext cx="4166235" cy="35071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u="sng" spc="15" dirty="0">
                <a:latin typeface="Candara"/>
                <a:cs typeface="Candara"/>
              </a:rPr>
              <a:t>F</a:t>
            </a:r>
            <a:r>
              <a:rPr sz="1800" b="1" u="sng" dirty="0">
                <a:latin typeface="Candara"/>
                <a:cs typeface="Candara"/>
              </a:rPr>
              <a:t>u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spc="20" dirty="0">
                <a:latin typeface="Candara"/>
                <a:cs typeface="Candara"/>
              </a:rPr>
              <a:t>ct</a:t>
            </a:r>
            <a:r>
              <a:rPr sz="1800" b="1" u="sng" dirty="0">
                <a:latin typeface="Candara"/>
                <a:cs typeface="Candara"/>
              </a:rPr>
              <a:t>i</a:t>
            </a:r>
            <a:r>
              <a:rPr sz="1800" b="1" u="sng" spc="-30" dirty="0">
                <a:latin typeface="Candara"/>
                <a:cs typeface="Candara"/>
              </a:rPr>
              <a:t>o</a:t>
            </a:r>
            <a:r>
              <a:rPr sz="1800" b="1" u="sng" spc="-15" dirty="0">
                <a:latin typeface="Candara"/>
                <a:cs typeface="Candara"/>
              </a:rPr>
              <a:t>n</a:t>
            </a:r>
            <a:r>
              <a:rPr sz="1800" b="1" u="sng" dirty="0">
                <a:latin typeface="Candara"/>
                <a:cs typeface="Candara"/>
              </a:rPr>
              <a:t>s</a:t>
            </a:r>
            <a:endParaRPr sz="18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sz="1800" spc="-20" dirty="0">
                <a:latin typeface="Candara"/>
                <a:cs typeface="Candara"/>
              </a:rPr>
              <a:t>S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  <a:p>
            <a:pPr marL="12700" marR="5080">
              <a:lnSpc>
                <a:spcPts val="3229"/>
              </a:lnSpc>
              <a:spcBef>
                <a:spcPts val="210"/>
              </a:spcBef>
            </a:pPr>
            <a:r>
              <a:rPr sz="1800" spc="-20" dirty="0">
                <a:latin typeface="Candara"/>
                <a:cs typeface="Candara"/>
              </a:rPr>
              <a:t>S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tt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epe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ng</a:t>
            </a:r>
            <a:endParaRPr sz="1800">
              <a:latin typeface="Candara"/>
              <a:cs typeface="Candara"/>
            </a:endParaRPr>
          </a:p>
          <a:p>
            <a:pPr marL="12700" marR="229870">
              <a:lnSpc>
                <a:spcPts val="3150"/>
              </a:lnSpc>
              <a:spcBef>
                <a:spcPts val="65"/>
              </a:spcBef>
            </a:pP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(</a:t>
            </a:r>
            <a:r>
              <a:rPr sz="1800" dirty="0">
                <a:latin typeface="Candara"/>
                <a:cs typeface="Candara"/>
              </a:rPr>
              <a:t>no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epe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)</a:t>
            </a:r>
            <a:endParaRPr sz="18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epe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25" dirty="0">
                <a:latin typeface="Candara"/>
                <a:cs typeface="Candara"/>
              </a:rPr>
              <a:t>pp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endParaRPr sz="1800">
              <a:latin typeface="Candara"/>
              <a:cs typeface="Candara"/>
            </a:endParaRPr>
          </a:p>
          <a:p>
            <a:pPr marL="12700" marR="154305">
              <a:lnSpc>
                <a:spcPct val="146100"/>
              </a:lnSpc>
              <a:spcBef>
                <a:spcPts val="75"/>
              </a:spcBef>
            </a:pP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(</a:t>
            </a:r>
            <a:r>
              <a:rPr sz="1800" dirty="0">
                <a:latin typeface="Candara"/>
                <a:cs typeface="Candara"/>
              </a:rPr>
              <a:t>no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epe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)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5020" y="3828910"/>
            <a:ext cx="17970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269563"/>
            <a:ext cx="4533900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-5" dirty="0">
                <a:latin typeface="Candara"/>
                <a:cs typeface="Candara"/>
              </a:rPr>
              <a:t>5</a:t>
            </a:r>
            <a:r>
              <a:rPr sz="2750" spc="-20" dirty="0">
                <a:latin typeface="Candara"/>
                <a:cs typeface="Candara"/>
              </a:rPr>
              <a:t>.</a:t>
            </a:r>
            <a:r>
              <a:rPr sz="2750" spc="-15" dirty="0">
                <a:latin typeface="Candara"/>
                <a:cs typeface="Candara"/>
              </a:rPr>
              <a:t>8</a:t>
            </a:r>
            <a:r>
              <a:rPr sz="2750" spc="5" dirty="0">
                <a:latin typeface="Candara"/>
                <a:cs typeface="Candara"/>
              </a:rPr>
              <a:t>:</a:t>
            </a:r>
            <a:r>
              <a:rPr sz="2750" spc="40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Candara"/>
                <a:cs typeface="Candara"/>
              </a:rPr>
              <a:t>S</a:t>
            </a:r>
            <a:r>
              <a:rPr sz="2750" spc="-5" dirty="0">
                <a:latin typeface="Candara"/>
                <a:cs typeface="Candara"/>
              </a:rPr>
              <a:t>E</a:t>
            </a:r>
            <a:r>
              <a:rPr sz="2750" spc="15" dirty="0">
                <a:latin typeface="Candara"/>
                <a:cs typeface="Candara"/>
              </a:rPr>
              <a:t>D</a:t>
            </a:r>
            <a:r>
              <a:rPr sz="2750" spc="-85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Candara"/>
                <a:cs typeface="Candara"/>
              </a:rPr>
              <a:t>–</a:t>
            </a:r>
            <a:r>
              <a:rPr sz="2750" spc="40" dirty="0">
                <a:latin typeface="Candara"/>
                <a:cs typeface="Candara"/>
              </a:rPr>
              <a:t> </a:t>
            </a:r>
            <a:r>
              <a:rPr sz="2750" spc="-10" dirty="0">
                <a:latin typeface="Candara"/>
                <a:cs typeface="Candara"/>
              </a:rPr>
              <a:t>I</a:t>
            </a:r>
            <a:r>
              <a:rPr sz="2750" spc="15" dirty="0">
                <a:latin typeface="Candara"/>
                <a:cs typeface="Candara"/>
              </a:rPr>
              <a:t>n</a:t>
            </a:r>
            <a:r>
              <a:rPr sz="2750" spc="-20" dirty="0">
                <a:latin typeface="Candara"/>
                <a:cs typeface="Candara"/>
              </a:rPr>
              <a:t>t</a:t>
            </a:r>
            <a:r>
              <a:rPr sz="2750" spc="-5" dirty="0">
                <a:latin typeface="Candara"/>
                <a:cs typeface="Candara"/>
              </a:rPr>
              <a:t>r</a:t>
            </a:r>
            <a:r>
              <a:rPr sz="2750" spc="30" dirty="0">
                <a:latin typeface="Candara"/>
                <a:cs typeface="Candara"/>
              </a:rPr>
              <a:t>o</a:t>
            </a:r>
            <a:r>
              <a:rPr sz="2750" spc="-15" dirty="0">
                <a:latin typeface="Candara"/>
                <a:cs typeface="Candara"/>
              </a:rPr>
              <a:t>d</a:t>
            </a:r>
            <a:r>
              <a:rPr sz="2750" spc="15" dirty="0">
                <a:latin typeface="Candara"/>
                <a:cs typeface="Candara"/>
              </a:rPr>
              <a:t>u</a:t>
            </a:r>
            <a:r>
              <a:rPr sz="2750" spc="25" dirty="0">
                <a:latin typeface="Candara"/>
                <a:cs typeface="Candara"/>
              </a:rPr>
              <a:t>c</a:t>
            </a:r>
            <a:r>
              <a:rPr sz="2750" spc="-15" dirty="0">
                <a:latin typeface="Candara"/>
                <a:cs typeface="Candara"/>
              </a:rPr>
              <a:t>t</a:t>
            </a:r>
            <a:r>
              <a:rPr sz="2750" spc="5" dirty="0">
                <a:latin typeface="Candara"/>
                <a:cs typeface="Candara"/>
              </a:rPr>
              <a:t>i</a:t>
            </a:r>
            <a:r>
              <a:rPr sz="2750" spc="25" dirty="0">
                <a:latin typeface="Candara"/>
                <a:cs typeface="Candara"/>
              </a:rPr>
              <a:t>o</a:t>
            </a:r>
            <a:r>
              <a:rPr sz="2750" dirty="0">
                <a:latin typeface="Candara"/>
                <a:cs typeface="Candara"/>
              </a:rPr>
              <a:t>n</a:t>
            </a:r>
            <a:r>
              <a:rPr sz="2750" spc="55" dirty="0">
                <a:latin typeface="Times New Roman"/>
                <a:cs typeface="Times New Roman"/>
              </a:rPr>
              <a:t> </a:t>
            </a:r>
            <a:r>
              <a:rPr sz="2750" spc="-15" dirty="0">
                <a:latin typeface="Candara"/>
                <a:cs typeface="Candara"/>
              </a:rPr>
              <a:t>t</a:t>
            </a:r>
            <a:r>
              <a:rPr sz="2750" spc="15" dirty="0">
                <a:latin typeface="Candara"/>
                <a:cs typeface="Candara"/>
              </a:rPr>
              <a:t>o</a:t>
            </a:r>
            <a:r>
              <a:rPr sz="2750" spc="-65" dirty="0">
                <a:latin typeface="Times New Roman"/>
                <a:cs typeface="Times New Roman"/>
              </a:rPr>
              <a:t> </a:t>
            </a:r>
            <a:r>
              <a:rPr sz="2750" spc="5" dirty="0">
                <a:latin typeface="Candara"/>
                <a:cs typeface="Candara"/>
              </a:rPr>
              <a:t>S</a:t>
            </a:r>
            <a:r>
              <a:rPr sz="2750" spc="-10" dirty="0">
                <a:latin typeface="Candara"/>
                <a:cs typeface="Candara"/>
              </a:rPr>
              <a:t>E</a:t>
            </a:r>
            <a:r>
              <a:rPr sz="2750" spc="15" dirty="0">
                <a:latin typeface="Candara"/>
                <a:cs typeface="Candara"/>
              </a:rPr>
              <a:t>D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11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730" y="1272164"/>
            <a:ext cx="8328025" cy="2364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marR="5715" indent="-352425">
              <a:lnSpc>
                <a:spcPct val="101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5" dirty="0">
                <a:latin typeface="Candara"/>
                <a:cs typeface="Candara"/>
              </a:rPr>
              <a:t>E</a:t>
            </a:r>
            <a:r>
              <a:rPr sz="1800" b="1" spc="-35" dirty="0">
                <a:latin typeface="Candara"/>
                <a:cs typeface="Candara"/>
              </a:rPr>
              <a:t>D</a:t>
            </a:r>
            <a:r>
              <a:rPr sz="1800" b="1" spc="-40" dirty="0">
                <a:latin typeface="Candara"/>
                <a:cs typeface="Candara"/>
              </a:rPr>
              <a:t>(</a:t>
            </a:r>
            <a:r>
              <a:rPr sz="1800" b="1" spc="-10" dirty="0">
                <a:latin typeface="Candara"/>
                <a:cs typeface="Candara"/>
              </a:rPr>
              <a:t>“</a:t>
            </a: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20" dirty="0">
                <a:latin typeface="Candara"/>
                <a:cs typeface="Candara"/>
              </a:rPr>
              <a:t> 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3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spc="-10" dirty="0">
                <a:latin typeface="Candara"/>
                <a:cs typeface="Candara"/>
              </a:rPr>
              <a:t>”</a:t>
            </a:r>
            <a:r>
              <a:rPr sz="1800" b="1" dirty="0">
                <a:latin typeface="Candara"/>
                <a:cs typeface="Candara"/>
              </a:rPr>
              <a:t>)</a:t>
            </a:r>
            <a:r>
              <a:rPr sz="1800" b="1" spc="2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20" dirty="0">
                <a:latin typeface="Candara"/>
                <a:cs typeface="Candara"/>
              </a:rPr>
              <a:t> </a:t>
            </a:r>
            <a:r>
              <a:rPr sz="1800" b="1" dirty="0">
                <a:latin typeface="Candara"/>
                <a:cs typeface="Candara"/>
              </a:rPr>
              <a:t>a 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-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ct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mi</a:t>
            </a:r>
            <a:r>
              <a:rPr sz="1800" b="1" spc="-1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65125" marR="5080" indent="-352425">
              <a:lnSpc>
                <a:spcPct val="100800"/>
              </a:lnSpc>
              <a:spcBef>
                <a:spcPts val="45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ut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35" dirty="0">
                <a:latin typeface="Candara"/>
                <a:cs typeface="Candara"/>
              </a:rPr>
              <a:t>pp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y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bee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ia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40" dirty="0">
                <a:latin typeface="Candara"/>
                <a:cs typeface="Candara"/>
              </a:rPr>
              <a:t>(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p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40" dirty="0">
                <a:latin typeface="Candara"/>
                <a:cs typeface="Candara"/>
              </a:rPr>
              <a:t>)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mi</a:t>
            </a:r>
            <a:r>
              <a:rPr sz="1800" b="1" spc="-10" dirty="0">
                <a:latin typeface="Candara"/>
                <a:cs typeface="Candara"/>
              </a:rPr>
              <a:t>n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395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use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3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?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9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5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5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k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5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v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145239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12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-10" dirty="0"/>
              <a:t>I</a:t>
            </a:r>
            <a:r>
              <a:rPr dirty="0"/>
              <a:t>n</a:t>
            </a:r>
            <a:r>
              <a:rPr spc="10" dirty="0"/>
              <a:t>v</a:t>
            </a:r>
            <a:r>
              <a:rPr spc="20" dirty="0"/>
              <a:t>o</a:t>
            </a:r>
            <a:r>
              <a:rPr spc="5" dirty="0"/>
              <a:t>k</a:t>
            </a:r>
            <a:r>
              <a:rPr spc="-5" dirty="0"/>
              <a:t>i</a:t>
            </a:r>
            <a:r>
              <a:rPr dirty="0"/>
              <a:t>ng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5" dirty="0"/>
              <a:t>S</a:t>
            </a:r>
            <a:r>
              <a:rPr spc="-10" dirty="0"/>
              <a:t>E</a:t>
            </a:r>
            <a:r>
              <a:rPr dirty="0"/>
              <a:t>D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10" dirty="0"/>
              <a:t>u</a:t>
            </a:r>
            <a:r>
              <a:rPr spc="35" dirty="0"/>
              <a:t>s</a:t>
            </a:r>
            <a:r>
              <a:rPr dirty="0"/>
              <a:t>i</a:t>
            </a:r>
            <a:r>
              <a:rPr spc="-10" dirty="0"/>
              <a:t>n</a:t>
            </a:r>
            <a:r>
              <a:rPr dirty="0"/>
              <a:t>g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20" dirty="0"/>
              <a:t>o</a:t>
            </a:r>
            <a:r>
              <a:rPr spc="-25" dirty="0"/>
              <a:t>mm</a:t>
            </a:r>
            <a:r>
              <a:rPr spc="-15" dirty="0"/>
              <a:t>a</a:t>
            </a:r>
            <a:r>
              <a:rPr dirty="0"/>
              <a:t>nd</a:t>
            </a:r>
            <a:r>
              <a:rPr spc="105" dirty="0">
                <a:latin typeface="Times New Roman"/>
                <a:cs typeface="Times New Roman"/>
              </a:rPr>
              <a:t> </a:t>
            </a:r>
            <a:r>
              <a:rPr spc="-10" dirty="0"/>
              <a:t>L</a:t>
            </a:r>
            <a:r>
              <a:rPr dirty="0"/>
              <a:t>i</a:t>
            </a:r>
            <a:r>
              <a:rPr spc="-10" dirty="0"/>
              <a:t>n</a:t>
            </a:r>
            <a:r>
              <a:rPr spc="10"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619" y="1658625"/>
            <a:ext cx="7919084" cy="15982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y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x</a:t>
            </a:r>
            <a:r>
              <a:rPr sz="1800" b="1" spc="-18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14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</a:pPr>
            <a:r>
              <a:rPr sz="1550" b="1" spc="15" dirty="0">
                <a:latin typeface="Candara"/>
                <a:cs typeface="Candara"/>
              </a:rPr>
              <a:t>s</a:t>
            </a:r>
            <a:r>
              <a:rPr sz="1550" b="1" spc="20" dirty="0">
                <a:latin typeface="Candara"/>
                <a:cs typeface="Candara"/>
              </a:rPr>
              <a:t>e</a:t>
            </a:r>
            <a:r>
              <a:rPr sz="1550" b="1" spc="5" dirty="0">
                <a:latin typeface="Candara"/>
                <a:cs typeface="Candara"/>
              </a:rPr>
              <a:t>d</a:t>
            </a:r>
            <a:r>
              <a:rPr sz="1550" b="1" spc="-55" dirty="0">
                <a:latin typeface="Times New Roman"/>
                <a:cs typeface="Times New Roman"/>
              </a:rPr>
              <a:t> </a:t>
            </a:r>
            <a:r>
              <a:rPr sz="1550" i="1" spc="-10" dirty="0">
                <a:latin typeface="Candara"/>
                <a:cs typeface="Candara"/>
              </a:rPr>
              <a:t>o</a:t>
            </a:r>
            <a:r>
              <a:rPr sz="1550" i="1" spc="-20" dirty="0">
                <a:latin typeface="Candara"/>
                <a:cs typeface="Candara"/>
              </a:rPr>
              <a:t>p</a:t>
            </a:r>
            <a:r>
              <a:rPr sz="1550" i="1" spc="15" dirty="0">
                <a:latin typeface="Candara"/>
                <a:cs typeface="Candara"/>
              </a:rPr>
              <a:t>ti</a:t>
            </a:r>
            <a:r>
              <a:rPr sz="1550" i="1" spc="-10" dirty="0">
                <a:latin typeface="Candara"/>
                <a:cs typeface="Candara"/>
              </a:rPr>
              <a:t>o</a:t>
            </a:r>
            <a:r>
              <a:rPr sz="1550" i="1" spc="5" dirty="0">
                <a:latin typeface="Candara"/>
                <a:cs typeface="Candara"/>
              </a:rPr>
              <a:t>ns</a:t>
            </a:r>
            <a:r>
              <a:rPr sz="1550" i="1" spc="55" dirty="0">
                <a:latin typeface="Times New Roman"/>
                <a:cs typeface="Times New Roman"/>
              </a:rPr>
              <a:t> </a:t>
            </a:r>
            <a:r>
              <a:rPr sz="1550" i="1" spc="-15" dirty="0">
                <a:latin typeface="Candara"/>
                <a:cs typeface="Candara"/>
              </a:rPr>
              <a:t>s</a:t>
            </a:r>
            <a:r>
              <a:rPr sz="1550" i="1" spc="5" dirty="0">
                <a:latin typeface="Candara"/>
                <a:cs typeface="Candara"/>
              </a:rPr>
              <a:t>e</a:t>
            </a:r>
            <a:r>
              <a:rPr sz="1550" i="1" spc="-20" dirty="0">
                <a:latin typeface="Candara"/>
                <a:cs typeface="Candara"/>
              </a:rPr>
              <a:t>d</a:t>
            </a:r>
            <a:r>
              <a:rPr sz="1550" i="1" spc="-15" dirty="0">
                <a:latin typeface="Candara"/>
                <a:cs typeface="Candara"/>
              </a:rPr>
              <a:t>-s</a:t>
            </a:r>
            <a:r>
              <a:rPr sz="1550" i="1" spc="10" dirty="0">
                <a:latin typeface="Candara"/>
                <a:cs typeface="Candara"/>
              </a:rPr>
              <a:t>c</a:t>
            </a:r>
            <a:r>
              <a:rPr sz="1550" i="1" spc="25" dirty="0">
                <a:latin typeface="Candara"/>
                <a:cs typeface="Candara"/>
              </a:rPr>
              <a:t>r</a:t>
            </a:r>
            <a:r>
              <a:rPr sz="1550" i="1" spc="15" dirty="0">
                <a:latin typeface="Candara"/>
                <a:cs typeface="Candara"/>
              </a:rPr>
              <a:t>i</a:t>
            </a:r>
            <a:r>
              <a:rPr sz="1550" i="1" spc="-20" dirty="0">
                <a:latin typeface="Candara"/>
                <a:cs typeface="Candara"/>
              </a:rPr>
              <a:t>p</a:t>
            </a:r>
            <a:r>
              <a:rPr sz="1550" i="1" spc="5" dirty="0">
                <a:latin typeface="Candara"/>
                <a:cs typeface="Candara"/>
              </a:rPr>
              <a:t>t</a:t>
            </a:r>
            <a:r>
              <a:rPr sz="1550" i="1" spc="1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>
              <a:latin typeface="Candara"/>
              <a:cs typeface="Candara"/>
            </a:endParaRPr>
          </a:p>
          <a:p>
            <a:pPr marL="755650" lvl="1" indent="-285750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40" dirty="0">
                <a:latin typeface="Candara"/>
                <a:cs typeface="Candara"/>
              </a:rPr>
              <a:t>d</a:t>
            </a: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&gt;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x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x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5650" lvl="1" indent="-285750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35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365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5" dirty="0">
                <a:latin typeface="Candara"/>
                <a:cs typeface="Candara"/>
              </a:rPr>
              <a:t>-</a:t>
            </a:r>
            <a:r>
              <a:rPr sz="1200" dirty="0">
                <a:latin typeface="Candara"/>
                <a:cs typeface="Candara"/>
              </a:rPr>
              <a:t>n</a:t>
            </a:r>
            <a:r>
              <a:rPr sz="1200" dirty="0">
                <a:latin typeface="Times New Roman"/>
                <a:cs typeface="Times New Roman"/>
              </a:rPr>
              <a:t>  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5" dirty="0">
                <a:latin typeface="Candara"/>
                <a:cs typeface="Candara"/>
              </a:rPr>
              <a:t>pp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20" dirty="0">
                <a:latin typeface="Candara"/>
                <a:cs typeface="Candara"/>
              </a:rPr>
              <a:t>h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35" dirty="0">
                <a:latin typeface="Candara"/>
                <a:cs typeface="Candara"/>
              </a:rPr>
              <a:t>f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30" dirty="0">
                <a:latin typeface="Candara"/>
                <a:cs typeface="Candara"/>
              </a:rPr>
              <a:t>u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.</a:t>
            </a:r>
            <a:endParaRPr sz="120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85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5" dirty="0">
                <a:latin typeface="Candara"/>
                <a:cs typeface="Candara"/>
              </a:rPr>
              <a:t>-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  </a:t>
            </a:r>
            <a:r>
              <a:rPr sz="1200" spc="-10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dirty="0">
                <a:latin typeface="Candara"/>
                <a:cs typeface="Candara"/>
              </a:rPr>
              <a:t>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Candara"/>
                <a:cs typeface="Candara"/>
              </a:rPr>
              <a:t>f</a:t>
            </a:r>
            <a:r>
              <a:rPr sz="1200" dirty="0">
                <a:latin typeface="Candara"/>
                <a:cs typeface="Candara"/>
              </a:rPr>
              <a:t>or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U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-20" dirty="0">
                <a:latin typeface="Candara"/>
                <a:cs typeface="Candara"/>
              </a:rPr>
              <a:t>ec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-35" dirty="0">
                <a:latin typeface="Candara"/>
                <a:cs typeface="Candara"/>
              </a:rPr>
              <a:t>f</a:t>
            </a:r>
            <a:r>
              <a:rPr sz="1200" dirty="0">
                <a:latin typeface="Candara"/>
                <a:cs typeface="Candara"/>
              </a:rPr>
              <a:t>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Candara"/>
                <a:cs typeface="Candara"/>
              </a:rPr>
              <a:t>m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130" dirty="0">
                <a:latin typeface="Candara"/>
                <a:cs typeface="Candara"/>
              </a:rPr>
              <a:t>e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ns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25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b</a:t>
            </a:r>
            <a:r>
              <a:rPr sz="1200" dirty="0">
                <a:latin typeface="Candara"/>
                <a:cs typeface="Candara"/>
              </a:rPr>
              <a:t>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ece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g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Candara"/>
                <a:cs typeface="Candara"/>
              </a:rPr>
              <a:t>w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h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–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.</a:t>
            </a:r>
            <a:endParaRPr sz="12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19" y="1658625"/>
            <a:ext cx="7809230" cy="2459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marR="5080" indent="-352425">
              <a:lnSpc>
                <a:spcPct val="1008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-25" dirty="0">
                <a:latin typeface="Candara"/>
                <a:cs typeface="Candara"/>
              </a:rPr>
              <a:t>Cre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c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wi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5" dirty="0">
                <a:latin typeface="Candara"/>
                <a:cs typeface="Candara"/>
              </a:rPr>
              <a:t>er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k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ut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wi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us</a:t>
            </a:r>
            <a:r>
              <a:rPr sz="1800" b="1" spc="-3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5" dirty="0">
                <a:latin typeface="Candara"/>
                <a:cs typeface="Candara"/>
              </a:rPr>
              <a:t>s:</a:t>
            </a:r>
            <a:endParaRPr sz="1800">
              <a:latin typeface="Candara"/>
              <a:cs typeface="Candara"/>
            </a:endParaRPr>
          </a:p>
          <a:p>
            <a:pPr marL="1843405" indent="-1830705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Wingdings"/>
              <a:buChar char=""/>
              <a:tabLst>
                <a:tab pos="1844039" algn="l"/>
              </a:tabLst>
            </a:pP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–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1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c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10" dirty="0">
                <a:latin typeface="Candara"/>
                <a:cs typeface="Candara"/>
              </a:rPr>
              <a:t>F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,</a:t>
            </a:r>
            <a:endParaRPr sz="1800">
              <a:latin typeface="Candara"/>
              <a:cs typeface="Candara"/>
            </a:endParaRPr>
          </a:p>
          <a:p>
            <a:pPr marL="927735">
              <a:lnSpc>
                <a:spcPct val="100000"/>
              </a:lnSpc>
              <a:spcBef>
                <a:spcPts val="470"/>
              </a:spcBef>
            </a:pPr>
            <a:r>
              <a:rPr sz="1800" b="1" i="1" spc="30" dirty="0">
                <a:latin typeface="Candara"/>
                <a:cs typeface="Candara"/>
              </a:rPr>
              <a:t>s</a:t>
            </a:r>
            <a:r>
              <a:rPr sz="1800" b="1" i="1" spc="25" dirty="0">
                <a:latin typeface="Candara"/>
                <a:cs typeface="Candara"/>
              </a:rPr>
              <a:t>e</a:t>
            </a:r>
            <a:r>
              <a:rPr sz="1800" b="1" i="1" dirty="0">
                <a:latin typeface="Candara"/>
                <a:cs typeface="Candara"/>
              </a:rPr>
              <a:t>d</a:t>
            </a:r>
            <a:r>
              <a:rPr sz="1800" b="1" i="1" spc="-150" dirty="0">
                <a:latin typeface="Times New Roman"/>
                <a:cs typeface="Times New Roman"/>
              </a:rPr>
              <a:t> </a:t>
            </a:r>
            <a:r>
              <a:rPr sz="1800" b="1" i="1" spc="-5" dirty="0">
                <a:latin typeface="Candara"/>
                <a:cs typeface="Candara"/>
              </a:rPr>
              <a:t>–</a:t>
            </a:r>
            <a:r>
              <a:rPr sz="1800" b="1" i="1" dirty="0">
                <a:latin typeface="Candara"/>
                <a:cs typeface="Candara"/>
              </a:rPr>
              <a:t>f</a:t>
            </a:r>
            <a:r>
              <a:rPr sz="1800" b="1" i="1" spc="-85" dirty="0">
                <a:latin typeface="Times New Roman"/>
                <a:cs typeface="Times New Roman"/>
              </a:rPr>
              <a:t> </a:t>
            </a:r>
            <a:r>
              <a:rPr sz="1800" b="1" i="1" spc="30" dirty="0">
                <a:latin typeface="Candara"/>
                <a:cs typeface="Candara"/>
              </a:rPr>
              <a:t>s</a:t>
            </a:r>
            <a:r>
              <a:rPr sz="1800" b="1" i="1" spc="25" dirty="0">
                <a:latin typeface="Candara"/>
                <a:cs typeface="Candara"/>
              </a:rPr>
              <a:t>e</a:t>
            </a:r>
            <a:r>
              <a:rPr sz="1800" b="1" i="1" dirty="0">
                <a:latin typeface="Candara"/>
                <a:cs typeface="Candara"/>
              </a:rPr>
              <a:t>d</a:t>
            </a:r>
            <a:r>
              <a:rPr sz="1800" b="1" i="1" spc="25" dirty="0">
                <a:latin typeface="Candara"/>
                <a:cs typeface="Candara"/>
              </a:rPr>
              <a:t>s</a:t>
            </a:r>
            <a:r>
              <a:rPr sz="1800" b="1" i="1" spc="5" dirty="0">
                <a:latin typeface="Candara"/>
                <a:cs typeface="Candara"/>
              </a:rPr>
              <a:t>r</a:t>
            </a:r>
            <a:r>
              <a:rPr sz="1800" b="1" i="1" dirty="0">
                <a:latin typeface="Candara"/>
                <a:cs typeface="Candara"/>
              </a:rPr>
              <a:t>c</a:t>
            </a:r>
            <a:r>
              <a:rPr sz="1800" b="1" i="1" spc="-150" dirty="0">
                <a:latin typeface="Times New Roman"/>
                <a:cs typeface="Times New Roman"/>
              </a:rPr>
              <a:t> </a:t>
            </a:r>
            <a:r>
              <a:rPr sz="1800" b="1" i="1" spc="15" dirty="0">
                <a:latin typeface="Candara"/>
                <a:cs typeface="Candara"/>
              </a:rPr>
              <a:t>t</a:t>
            </a:r>
            <a:r>
              <a:rPr sz="1800" b="1" i="1" spc="25" dirty="0">
                <a:latin typeface="Candara"/>
                <a:cs typeface="Candara"/>
              </a:rPr>
              <a:t>e</a:t>
            </a:r>
            <a:r>
              <a:rPr sz="1800" b="1" i="1" spc="-5" dirty="0">
                <a:latin typeface="Candara"/>
                <a:cs typeface="Candara"/>
              </a:rPr>
              <a:t>xt</a:t>
            </a:r>
            <a:endParaRPr sz="1800">
              <a:latin typeface="Candara"/>
              <a:cs typeface="Candara"/>
            </a:endParaRPr>
          </a:p>
          <a:p>
            <a:pPr marL="755650" lvl="1" indent="-285750">
              <a:lnSpc>
                <a:spcPct val="100000"/>
              </a:lnSpc>
              <a:spcBef>
                <a:spcPts val="415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i="1" spc="-15" dirty="0">
                <a:latin typeface="Candara"/>
                <a:cs typeface="Candara"/>
              </a:rPr>
              <a:t>s</a:t>
            </a:r>
            <a:r>
              <a:rPr sz="1550" i="1" spc="5" dirty="0">
                <a:latin typeface="Candara"/>
                <a:cs typeface="Candara"/>
              </a:rPr>
              <a:t>e</a:t>
            </a:r>
            <a:r>
              <a:rPr sz="1550" i="1" spc="-25" dirty="0">
                <a:latin typeface="Candara"/>
                <a:cs typeface="Candara"/>
              </a:rPr>
              <a:t>d</a:t>
            </a:r>
            <a:r>
              <a:rPr sz="1550" i="1" spc="-15" dirty="0">
                <a:latin typeface="Candara"/>
                <a:cs typeface="Candara"/>
              </a:rPr>
              <a:t>s</a:t>
            </a:r>
            <a:r>
              <a:rPr sz="1550" i="1" spc="25" dirty="0">
                <a:latin typeface="Candara"/>
                <a:cs typeface="Candara"/>
              </a:rPr>
              <a:t>r</a:t>
            </a:r>
            <a:r>
              <a:rPr sz="1550" i="1" spc="5" dirty="0">
                <a:latin typeface="Candara"/>
                <a:cs typeface="Candara"/>
              </a:rPr>
              <a:t>c</a:t>
            </a:r>
            <a:r>
              <a:rPr sz="1550" i="1" spc="8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–</a:t>
            </a:r>
            <a:r>
              <a:rPr sz="1550" spc="-5" dirty="0">
                <a:latin typeface="Candara"/>
                <a:cs typeface="Candara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5650" lvl="1" indent="-285750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i="1" spc="15" dirty="0">
                <a:latin typeface="Candara"/>
                <a:cs typeface="Candara"/>
              </a:rPr>
              <a:t>t</a:t>
            </a:r>
            <a:r>
              <a:rPr sz="1550" i="1" spc="5" dirty="0">
                <a:latin typeface="Candara"/>
                <a:cs typeface="Candara"/>
              </a:rPr>
              <a:t>e</a:t>
            </a:r>
            <a:r>
              <a:rPr sz="1550" i="1" spc="-30" dirty="0">
                <a:latin typeface="Candara"/>
                <a:cs typeface="Candara"/>
              </a:rPr>
              <a:t>x</a:t>
            </a:r>
            <a:r>
              <a:rPr sz="1550" i="1" spc="5" dirty="0">
                <a:latin typeface="Candara"/>
                <a:cs typeface="Candara"/>
              </a:rPr>
              <a:t>t</a:t>
            </a:r>
            <a:r>
              <a:rPr sz="1550" i="1" spc="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–</a:t>
            </a:r>
            <a:r>
              <a:rPr sz="1550" spc="75" dirty="0">
                <a:latin typeface="Candara"/>
                <a:cs typeface="Candara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13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13" y="145234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I</a:t>
            </a:r>
            <a:r>
              <a:rPr dirty="0"/>
              <a:t>n</a:t>
            </a:r>
            <a:r>
              <a:rPr spc="10" dirty="0"/>
              <a:t>v</a:t>
            </a:r>
            <a:r>
              <a:rPr spc="20" dirty="0"/>
              <a:t>o</a:t>
            </a:r>
            <a:r>
              <a:rPr spc="5" dirty="0"/>
              <a:t>k</a:t>
            </a:r>
            <a:r>
              <a:rPr spc="-5" dirty="0"/>
              <a:t>i</a:t>
            </a:r>
            <a:r>
              <a:rPr dirty="0"/>
              <a:t>ng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5" dirty="0"/>
              <a:t>S</a:t>
            </a:r>
            <a:r>
              <a:rPr spc="-10" dirty="0"/>
              <a:t>E</a:t>
            </a:r>
            <a:r>
              <a:rPr dirty="0"/>
              <a:t>D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spc="10" dirty="0"/>
              <a:t>u</a:t>
            </a:r>
            <a:r>
              <a:rPr spc="35" dirty="0"/>
              <a:t>s</a:t>
            </a:r>
            <a:r>
              <a:rPr dirty="0"/>
              <a:t>i</a:t>
            </a:r>
            <a:r>
              <a:rPr spc="-10" dirty="0"/>
              <a:t>n</a:t>
            </a:r>
            <a:r>
              <a:rPr dirty="0"/>
              <a:t>g</a:t>
            </a:r>
            <a:r>
              <a:rPr spc="-85" dirty="0">
                <a:latin typeface="Times New Roman"/>
                <a:cs typeface="Times New Roman"/>
              </a:rPr>
              <a:t> </a:t>
            </a:r>
            <a:r>
              <a:rPr spc="35" dirty="0"/>
              <a:t>s</a:t>
            </a:r>
            <a:r>
              <a:rPr spc="20" dirty="0"/>
              <a:t>c</a:t>
            </a:r>
            <a:r>
              <a:rPr spc="-5" dirty="0"/>
              <a:t>r</a:t>
            </a:r>
            <a:r>
              <a:rPr dirty="0"/>
              <a:t>i</a:t>
            </a:r>
            <a:r>
              <a:rPr spc="25" dirty="0"/>
              <a:t>p</a:t>
            </a:r>
            <a:r>
              <a:rPr dirty="0"/>
              <a:t>t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30" dirty="0"/>
              <a:t>f</a:t>
            </a:r>
            <a:r>
              <a:rPr dirty="0"/>
              <a:t>i</a:t>
            </a:r>
            <a:r>
              <a:rPr spc="-45" dirty="0"/>
              <a:t>l</a:t>
            </a:r>
            <a:r>
              <a:rPr spc="10" dirty="0"/>
              <a:t>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619" y="1658625"/>
            <a:ext cx="7708265" cy="2467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35" dirty="0">
                <a:latin typeface="Candara"/>
                <a:cs typeface="Candara"/>
              </a:rPr>
              <a:t>/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endParaRPr sz="1800" dirty="0">
              <a:latin typeface="Candara"/>
              <a:cs typeface="Candara"/>
            </a:endParaRPr>
          </a:p>
          <a:p>
            <a:pPr marL="469900">
              <a:lnSpc>
                <a:spcPct val="100000"/>
              </a:lnSpc>
              <a:spcBef>
                <a:spcPts val="490"/>
              </a:spcBef>
              <a:tabLst>
                <a:tab pos="755650" algn="l"/>
              </a:tabLst>
            </a:pPr>
            <a:r>
              <a:rPr sz="1550" spc="5" dirty="0">
                <a:solidFill>
                  <a:srgbClr val="00A0E4"/>
                </a:solidFill>
                <a:latin typeface="Arial"/>
                <a:cs typeface="Arial"/>
              </a:rPr>
              <a:t>–	</a:t>
            </a:r>
            <a:r>
              <a:rPr sz="1550" spc="2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10" dirty="0">
                <a:latin typeface="Candara"/>
                <a:cs typeface="Candara"/>
              </a:rPr>
              <a:t>mm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ng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14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5" dirty="0">
                <a:latin typeface="Candara"/>
                <a:cs typeface="Candara"/>
              </a:rPr>
              <a:t>cc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0" dirty="0">
                <a:latin typeface="Candara"/>
                <a:cs typeface="Candara"/>
              </a:rPr>
              <a:t>rr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9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g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1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30" dirty="0">
                <a:latin typeface="Candara"/>
                <a:cs typeface="Candara"/>
              </a:rPr>
              <a:t>x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5" dirty="0">
                <a:latin typeface="Candara"/>
                <a:cs typeface="Candara"/>
              </a:rPr>
              <a:t>ess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a</a:t>
            </a:r>
            <a:endParaRPr sz="1550" dirty="0">
              <a:latin typeface="Candara"/>
              <a:cs typeface="Candara"/>
            </a:endParaRPr>
          </a:p>
          <a:p>
            <a:pPr marL="755650">
              <a:lnSpc>
                <a:spcPct val="100000"/>
              </a:lnSpc>
              <a:spcBef>
                <a:spcPts val="15"/>
              </a:spcBef>
            </a:pP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w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v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 dirty="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445"/>
              </a:spcBef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y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 dirty="0">
              <a:latin typeface="Candara"/>
              <a:cs typeface="Candara"/>
            </a:endParaRPr>
          </a:p>
          <a:p>
            <a:pPr marL="927735">
              <a:lnSpc>
                <a:spcPct val="100000"/>
              </a:lnSpc>
              <a:spcBef>
                <a:spcPts val="465"/>
              </a:spcBef>
            </a:pP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’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35" dirty="0">
                <a:latin typeface="Candara"/>
                <a:cs typeface="Candara"/>
              </a:rPr>
              <a:t>/o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spc="-35" dirty="0">
                <a:latin typeface="Candara"/>
                <a:cs typeface="Candara"/>
              </a:rPr>
              <a:t>/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w’</a:t>
            </a:r>
            <a:r>
              <a:rPr sz="1800" b="1" spc="55" dirty="0">
                <a:latin typeface="Candara"/>
                <a:cs typeface="Candara"/>
              </a:rPr>
              <a:t> </a:t>
            </a:r>
            <a:r>
              <a:rPr sz="1800" b="1" spc="1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endParaRPr sz="1800" dirty="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395"/>
              </a:spcBef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10" dirty="0">
                <a:latin typeface="Candara"/>
                <a:cs typeface="Candara"/>
              </a:rPr>
              <a:t>F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 dirty="0">
              <a:latin typeface="Candara"/>
              <a:cs typeface="Candara"/>
            </a:endParaRPr>
          </a:p>
          <a:p>
            <a:pPr marL="927735">
              <a:lnSpc>
                <a:spcPct val="100000"/>
              </a:lnSpc>
              <a:spcBef>
                <a:spcPts val="465"/>
              </a:spcBef>
            </a:pP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'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35" dirty="0">
                <a:latin typeface="Candara"/>
                <a:cs typeface="Candara"/>
              </a:rPr>
              <a:t>/</a:t>
            </a:r>
            <a:r>
              <a:rPr sz="1800" b="1" spc="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/</a:t>
            </a:r>
            <a:r>
              <a:rPr sz="1800" b="1" spc="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ll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'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a</a:t>
            </a:r>
            <a:endParaRPr sz="1800" dirty="0">
              <a:latin typeface="Candara"/>
              <a:cs typeface="Candara"/>
            </a:endParaRPr>
          </a:p>
          <a:p>
            <a:pPr marL="355600">
              <a:lnSpc>
                <a:spcPct val="100000"/>
              </a:lnSpc>
              <a:spcBef>
                <a:spcPts val="465"/>
              </a:spcBef>
            </a:pP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su</a:t>
            </a:r>
            <a:r>
              <a:rPr sz="1800" b="1" spc="-30" dirty="0">
                <a:latin typeface="Candara"/>
                <a:cs typeface="Candara"/>
              </a:rPr>
              <a:t>b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7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20" dirty="0">
                <a:latin typeface="Candara"/>
                <a:cs typeface="Candara"/>
              </a:rPr>
              <a:t>cc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5" dirty="0">
                <a:latin typeface="Candara"/>
                <a:cs typeface="Candara"/>
              </a:rPr>
              <a:t>rre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ll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"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"</a:t>
            </a:r>
            <a:r>
              <a:rPr sz="1800" b="1" spc="-15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 dirty="0">
              <a:latin typeface="Candara"/>
              <a:cs typeface="Candar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14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01" y="145235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-5" dirty="0"/>
              <a:t>S</a:t>
            </a:r>
            <a:r>
              <a:rPr spc="20" dirty="0"/>
              <a:t>u</a:t>
            </a:r>
            <a:r>
              <a:rPr spc="30" dirty="0"/>
              <a:t>b</a:t>
            </a:r>
            <a:r>
              <a:rPr spc="35" dirty="0"/>
              <a:t>s</a:t>
            </a:r>
            <a:r>
              <a:rPr spc="-20" dirty="0"/>
              <a:t>t</a:t>
            </a:r>
            <a:r>
              <a:rPr dirty="0"/>
              <a:t>i</a:t>
            </a:r>
            <a:r>
              <a:rPr spc="-25" dirty="0"/>
              <a:t>t</a:t>
            </a:r>
            <a:r>
              <a:rPr spc="10" dirty="0"/>
              <a:t>u</a:t>
            </a:r>
            <a:r>
              <a:rPr spc="-20" dirty="0"/>
              <a:t>t</a:t>
            </a:r>
            <a:r>
              <a:rPr spc="10" dirty="0"/>
              <a:t>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20" dirty="0"/>
              <a:t>o</a:t>
            </a:r>
            <a:r>
              <a:rPr spc="-25" dirty="0"/>
              <a:t>mm</a:t>
            </a:r>
            <a:r>
              <a:rPr spc="-15" dirty="0"/>
              <a:t>a</a:t>
            </a:r>
            <a:r>
              <a:rPr dirty="0"/>
              <a:t>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455" y="1676400"/>
            <a:ext cx="7660640" cy="2256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er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re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15" dirty="0">
                <a:latin typeface="Candara"/>
                <a:cs typeface="Candara"/>
              </a:rPr>
              <a:t>ay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40" dirty="0">
                <a:latin typeface="Candara"/>
                <a:cs typeface="Candara"/>
              </a:rPr>
              <a:t>p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mu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 dirty="0">
              <a:latin typeface="Candara"/>
              <a:cs typeface="Candara"/>
            </a:endParaRPr>
          </a:p>
          <a:p>
            <a:pPr marL="755650" lvl="1" indent="-285750">
              <a:lnSpc>
                <a:spcPct val="100000"/>
              </a:lnSpc>
              <a:spcBef>
                <a:spcPts val="490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se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endParaRPr sz="1550" dirty="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90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‘</a:t>
            </a:r>
            <a:r>
              <a:rPr sz="1200" spc="5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/</a:t>
            </a:r>
            <a:r>
              <a:rPr sz="1200" spc="15" dirty="0">
                <a:latin typeface="Candara"/>
                <a:cs typeface="Candara"/>
              </a:rPr>
              <a:t> </a:t>
            </a:r>
            <a:r>
              <a:rPr sz="1200" spc="-15" dirty="0">
                <a:latin typeface="Candara"/>
                <a:cs typeface="Candara"/>
              </a:rPr>
              <a:t>W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,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spc="-15" dirty="0">
                <a:latin typeface="Candara"/>
                <a:cs typeface="Candara"/>
              </a:rPr>
              <a:t>W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25" dirty="0">
                <a:latin typeface="Candara"/>
                <a:cs typeface="Candara"/>
              </a:rPr>
              <a:t>g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;</a:t>
            </a:r>
            <a:r>
              <a:rPr sz="1200" spc="-40" dirty="0">
                <a:latin typeface="Candara"/>
                <a:cs typeface="Candara"/>
              </a:rPr>
              <a:t> 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/</a:t>
            </a:r>
            <a:r>
              <a:rPr sz="1200" spc="-60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35" dirty="0">
                <a:latin typeface="Candara"/>
                <a:cs typeface="Candara"/>
              </a:rPr>
              <a:t>H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,</a:t>
            </a:r>
            <a:r>
              <a:rPr sz="1200" spc="110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h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’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x</a:t>
            </a:r>
            <a:r>
              <a:rPr sz="1200" dirty="0">
                <a:latin typeface="Candara"/>
                <a:cs typeface="Candara"/>
              </a:rPr>
              <a:t>t</a:t>
            </a:r>
          </a:p>
          <a:p>
            <a:pPr marL="755650" lvl="1" indent="-285750">
              <a:lnSpc>
                <a:spcPct val="100000"/>
              </a:lnSpc>
              <a:spcBef>
                <a:spcPts val="459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–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 dirty="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90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–e</a:t>
            </a:r>
            <a:r>
              <a:rPr sz="1200" spc="20" dirty="0">
                <a:latin typeface="Candara"/>
                <a:cs typeface="Candara"/>
              </a:rPr>
              <a:t> </a:t>
            </a:r>
            <a:r>
              <a:rPr sz="1200" spc="-5" dirty="0">
                <a:latin typeface="Candara"/>
                <a:cs typeface="Candara"/>
              </a:rPr>
              <a:t>‘</a:t>
            </a:r>
            <a:r>
              <a:rPr sz="1200" spc="5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/</a:t>
            </a:r>
            <a:r>
              <a:rPr sz="1200" spc="-60" dirty="0">
                <a:latin typeface="Candara"/>
                <a:cs typeface="Candara"/>
              </a:rPr>
              <a:t> </a:t>
            </a:r>
            <a:r>
              <a:rPr sz="1200" spc="-15" dirty="0">
                <a:latin typeface="Candara"/>
                <a:cs typeface="Candara"/>
              </a:rPr>
              <a:t>W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,</a:t>
            </a:r>
            <a:r>
              <a:rPr sz="1200" spc="110" dirty="0">
                <a:latin typeface="Candara"/>
                <a:cs typeface="Candara"/>
              </a:rPr>
              <a:t> </a:t>
            </a:r>
            <a:r>
              <a:rPr sz="1200" spc="-15" dirty="0">
                <a:latin typeface="Candara"/>
                <a:cs typeface="Candara"/>
              </a:rPr>
              <a:t>W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95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25" dirty="0">
                <a:latin typeface="Candara"/>
                <a:cs typeface="Candara"/>
              </a:rPr>
              <a:t>g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’</a:t>
            </a:r>
            <a:r>
              <a:rPr sz="1200" spc="60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55" dirty="0">
                <a:latin typeface="Candara"/>
                <a:cs typeface="Candara"/>
              </a:rPr>
              <a:t> </a:t>
            </a:r>
            <a:r>
              <a:rPr sz="1200" spc="-5" dirty="0">
                <a:latin typeface="Candara"/>
                <a:cs typeface="Candara"/>
              </a:rPr>
              <a:t>‘</a:t>
            </a:r>
            <a:r>
              <a:rPr sz="1200" spc="5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/</a:t>
            </a:r>
            <a:r>
              <a:rPr sz="1200" spc="15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35" dirty="0">
                <a:latin typeface="Candara"/>
                <a:cs typeface="Candara"/>
              </a:rPr>
              <a:t>H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,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h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’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x</a:t>
            </a:r>
            <a:r>
              <a:rPr sz="1200" dirty="0">
                <a:latin typeface="Candara"/>
                <a:cs typeface="Candara"/>
              </a:rPr>
              <a:t>t</a:t>
            </a:r>
          </a:p>
          <a:p>
            <a:pPr marL="755650" lvl="1" indent="-285750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y</a:t>
            </a:r>
            <a:endParaRPr sz="1550" dirty="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365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‘</a:t>
            </a:r>
          </a:p>
          <a:p>
            <a:pPr marL="1022985">
              <a:lnSpc>
                <a:spcPct val="100000"/>
              </a:lnSpc>
              <a:spcBef>
                <a:spcPts val="285"/>
              </a:spcBef>
            </a:pP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/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Candara"/>
                <a:cs typeface="Candara"/>
              </a:rPr>
              <a:t>W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dirty="0">
                <a:latin typeface="Candara"/>
                <a:cs typeface="Candara"/>
              </a:rPr>
              <a:t>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Candara"/>
                <a:cs typeface="Candara"/>
              </a:rPr>
              <a:t>We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ng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dirty="0">
                <a:latin typeface="Candara"/>
                <a:cs typeface="Candara"/>
              </a:rPr>
              <a:t>/</a:t>
            </a:r>
          </a:p>
          <a:p>
            <a:pPr marL="1022985">
              <a:lnSpc>
                <a:spcPct val="100000"/>
              </a:lnSpc>
              <a:spcBef>
                <a:spcPts val="285"/>
              </a:spcBef>
            </a:pP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/</a:t>
            </a:r>
            <a:r>
              <a:rPr sz="1200" spc="15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35" dirty="0">
                <a:latin typeface="Candara"/>
                <a:cs typeface="Candara"/>
              </a:rPr>
              <a:t>H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,</a:t>
            </a:r>
            <a:r>
              <a:rPr sz="1200" spc="110" dirty="0">
                <a:latin typeface="Candara"/>
                <a:cs typeface="Candara"/>
              </a:rPr>
              <a:t> </a:t>
            </a:r>
            <a:r>
              <a:rPr sz="1200" spc="-30" dirty="0">
                <a:latin typeface="Candara"/>
                <a:cs typeface="Candara"/>
              </a:rPr>
              <a:t>B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h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5" dirty="0">
                <a:latin typeface="Candara"/>
                <a:cs typeface="Candara"/>
              </a:rPr>
              <a:t>/</a:t>
            </a:r>
            <a:r>
              <a:rPr sz="1200" spc="-5" dirty="0">
                <a:latin typeface="Candara"/>
                <a:cs typeface="Candara"/>
              </a:rPr>
              <a:t>’</a:t>
            </a:r>
            <a:r>
              <a:rPr sz="1200" spc="-40" dirty="0">
                <a:latin typeface="Candara"/>
                <a:cs typeface="Candara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x</a:t>
            </a:r>
            <a:r>
              <a:rPr sz="1200" dirty="0">
                <a:latin typeface="Candara"/>
                <a:cs typeface="Candara"/>
              </a:rPr>
              <a:t>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15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09" y="145235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25" dirty="0"/>
              <a:t>M</a:t>
            </a:r>
            <a:r>
              <a:rPr spc="10" dirty="0"/>
              <a:t>u</a:t>
            </a:r>
            <a:r>
              <a:rPr spc="-35" dirty="0"/>
              <a:t>l</a:t>
            </a:r>
            <a:r>
              <a:rPr spc="-20" dirty="0"/>
              <a:t>t</a:t>
            </a:r>
            <a:r>
              <a:rPr dirty="0"/>
              <a:t>i</a:t>
            </a:r>
            <a:r>
              <a:rPr spc="25" dirty="0"/>
              <a:t>p</a:t>
            </a:r>
            <a:r>
              <a:rPr spc="-35" dirty="0"/>
              <a:t>l</a:t>
            </a:r>
            <a:r>
              <a:rPr spc="10" dirty="0"/>
              <a:t>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I</a:t>
            </a:r>
            <a:r>
              <a:rPr dirty="0"/>
              <a:t>n</a:t>
            </a:r>
            <a:r>
              <a:rPr spc="30" dirty="0"/>
              <a:t>s</a:t>
            </a:r>
            <a:r>
              <a:rPr spc="-20" dirty="0"/>
              <a:t>t</a:t>
            </a:r>
            <a:r>
              <a:rPr spc="-5" dirty="0"/>
              <a:t>r</a:t>
            </a:r>
            <a:r>
              <a:rPr spc="10" dirty="0"/>
              <a:t>u</a:t>
            </a:r>
            <a:r>
              <a:rPr spc="20" dirty="0"/>
              <a:t>c</a:t>
            </a:r>
            <a:r>
              <a:rPr spc="-20" dirty="0"/>
              <a:t>t</a:t>
            </a:r>
            <a:r>
              <a:rPr dirty="0"/>
              <a:t>i</a:t>
            </a:r>
            <a:r>
              <a:rPr spc="15" dirty="0"/>
              <a:t>o</a:t>
            </a:r>
            <a:r>
              <a:rPr dirty="0"/>
              <a:t>ns</a:t>
            </a:r>
            <a:r>
              <a:rPr spc="20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spc="-5" dirty="0"/>
              <a:t>S</a:t>
            </a:r>
            <a:r>
              <a:rPr spc="-10" dirty="0"/>
              <a:t>E</a:t>
            </a:r>
            <a:r>
              <a:rPr dirty="0"/>
              <a:t>D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20" dirty="0"/>
              <a:t>o</a:t>
            </a:r>
            <a:r>
              <a:rPr spc="-25" dirty="0"/>
              <a:t>mm</a:t>
            </a:r>
            <a:r>
              <a:rPr spc="-15" dirty="0"/>
              <a:t>a</a:t>
            </a:r>
            <a:r>
              <a:rPr dirty="0"/>
              <a:t>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730" y="1272164"/>
            <a:ext cx="7346315" cy="3564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5" dirty="0">
                <a:latin typeface="Candara"/>
                <a:cs typeface="Candara"/>
              </a:rPr>
              <a:t>-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9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25" dirty="0">
                <a:latin typeface="Candara"/>
                <a:cs typeface="Candara"/>
              </a:rPr>
              <a:t>S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0" dirty="0">
                <a:latin typeface="Candara"/>
                <a:cs typeface="Candara"/>
              </a:rPr>
              <a:t>pp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esse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50" dirty="0">
                <a:latin typeface="Candara"/>
                <a:cs typeface="Candara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0" dirty="0">
                <a:latin typeface="Candara"/>
                <a:cs typeface="Candara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20" dirty="0">
                <a:latin typeface="Candara"/>
                <a:cs typeface="Candara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25" dirty="0">
                <a:latin typeface="Candara"/>
                <a:cs typeface="Candara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45" dirty="0">
                <a:latin typeface="Candara"/>
                <a:cs typeface="Candara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70" dirty="0">
                <a:latin typeface="Candara"/>
                <a:cs typeface="Candara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25" dirty="0">
                <a:latin typeface="Candara"/>
                <a:cs typeface="Candara"/>
              </a:rPr>
              <a:t> </a:t>
            </a:r>
            <a:r>
              <a:rPr sz="1550" spc="10" dirty="0">
                <a:latin typeface="Candara"/>
                <a:cs typeface="Candara"/>
              </a:rPr>
              <a:t>w</a:t>
            </a:r>
            <a:r>
              <a:rPr sz="1550" spc="25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10" dirty="0">
                <a:latin typeface="Candara"/>
                <a:cs typeface="Candara"/>
              </a:rPr>
              <a:t> 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70" dirty="0">
                <a:latin typeface="Candara"/>
                <a:cs typeface="Candara"/>
              </a:rPr>
              <a:t> 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dirty="0">
                <a:latin typeface="Candara"/>
                <a:cs typeface="Candara"/>
              </a:rPr>
              <a:t> </a:t>
            </a:r>
            <a:r>
              <a:rPr sz="1550" spc="-114" dirty="0">
                <a:latin typeface="Candara"/>
                <a:cs typeface="Candara"/>
              </a:rPr>
              <a:t> </a:t>
            </a:r>
            <a:r>
              <a:rPr sz="1550" spc="-25" dirty="0">
                <a:latin typeface="Candara"/>
                <a:cs typeface="Candara"/>
              </a:rPr>
              <a:t>‘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dirty="0">
                <a:latin typeface="Candara"/>
                <a:cs typeface="Candara"/>
              </a:rPr>
              <a:t>’</a:t>
            </a:r>
            <a:endParaRPr sz="155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1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x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290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dirty="0">
                <a:latin typeface="Candara"/>
                <a:cs typeface="Candara"/>
              </a:rPr>
              <a:t>$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i="1" spc="-25" dirty="0">
                <a:latin typeface="Candara"/>
                <a:cs typeface="Candara"/>
              </a:rPr>
              <a:t>s</a:t>
            </a:r>
            <a:r>
              <a:rPr sz="1200" i="1" spc="25" dirty="0">
                <a:latin typeface="Candara"/>
                <a:cs typeface="Candara"/>
              </a:rPr>
              <a:t>e</a:t>
            </a:r>
            <a:r>
              <a:rPr sz="1200" i="1" dirty="0">
                <a:latin typeface="Candara"/>
                <a:cs typeface="Candara"/>
              </a:rPr>
              <a:t>d</a:t>
            </a:r>
            <a:r>
              <a:rPr sz="1200" i="1" spc="-45" dirty="0">
                <a:latin typeface="Times New Roman"/>
                <a:cs typeface="Times New Roman"/>
              </a:rPr>
              <a:t> </a:t>
            </a:r>
            <a:r>
              <a:rPr sz="1200" i="1" spc="-5" dirty="0">
                <a:latin typeface="Candara"/>
                <a:cs typeface="Candara"/>
              </a:rPr>
              <a:t>–</a:t>
            </a:r>
            <a:r>
              <a:rPr sz="1200" i="1" dirty="0">
                <a:latin typeface="Candara"/>
                <a:cs typeface="Candara"/>
              </a:rPr>
              <a:t>n</a:t>
            </a:r>
            <a:r>
              <a:rPr sz="1200" i="1" spc="20" dirty="0">
                <a:latin typeface="Candara"/>
                <a:cs typeface="Candara"/>
              </a:rPr>
              <a:t> </a:t>
            </a:r>
            <a:r>
              <a:rPr sz="1200" i="1" dirty="0">
                <a:latin typeface="Candara"/>
                <a:cs typeface="Candara"/>
              </a:rPr>
              <a:t>‘</a:t>
            </a:r>
            <a:r>
              <a:rPr sz="1200" i="1" spc="-25" dirty="0">
                <a:latin typeface="Candara"/>
                <a:cs typeface="Candara"/>
              </a:rPr>
              <a:t>s/</a:t>
            </a:r>
            <a:r>
              <a:rPr sz="1200" i="1" spc="-30" dirty="0">
                <a:latin typeface="Candara"/>
                <a:cs typeface="Candara"/>
              </a:rPr>
              <a:t>W</a:t>
            </a:r>
            <a:r>
              <a:rPr sz="1200" i="1" spc="15" dirty="0">
                <a:latin typeface="Candara"/>
                <a:cs typeface="Candara"/>
              </a:rPr>
              <a:t>B</a:t>
            </a:r>
            <a:r>
              <a:rPr sz="1200" i="1" spc="-20" dirty="0">
                <a:latin typeface="Candara"/>
                <a:cs typeface="Candara"/>
              </a:rPr>
              <a:t>/</a:t>
            </a:r>
            <a:r>
              <a:rPr sz="1200" i="1" spc="-30" dirty="0">
                <a:latin typeface="Candara"/>
                <a:cs typeface="Candara"/>
              </a:rPr>
              <a:t>W</a:t>
            </a:r>
            <a:r>
              <a:rPr sz="1200" i="1" spc="25" dirty="0">
                <a:latin typeface="Candara"/>
                <a:cs typeface="Candara"/>
              </a:rPr>
              <a:t>e</a:t>
            </a:r>
            <a:r>
              <a:rPr sz="1200" i="1" spc="-25" dirty="0">
                <a:latin typeface="Candara"/>
                <a:cs typeface="Candara"/>
              </a:rPr>
              <a:t>s</a:t>
            </a:r>
            <a:r>
              <a:rPr sz="1200" i="1" dirty="0">
                <a:latin typeface="Candara"/>
                <a:cs typeface="Candara"/>
              </a:rPr>
              <a:t>t</a:t>
            </a:r>
            <a:r>
              <a:rPr sz="1200" i="1" spc="20" dirty="0">
                <a:latin typeface="Candara"/>
                <a:cs typeface="Candara"/>
              </a:rPr>
              <a:t>B</a:t>
            </a:r>
            <a:r>
              <a:rPr sz="1200" i="1" spc="25" dirty="0">
                <a:latin typeface="Candara"/>
                <a:cs typeface="Candara"/>
              </a:rPr>
              <a:t>e</a:t>
            </a:r>
            <a:r>
              <a:rPr sz="1200" i="1" spc="-30" dirty="0">
                <a:latin typeface="Candara"/>
                <a:cs typeface="Candara"/>
              </a:rPr>
              <a:t>n</a:t>
            </a:r>
            <a:r>
              <a:rPr sz="1200" i="1" spc="-15" dirty="0">
                <a:latin typeface="Candara"/>
                <a:cs typeface="Candara"/>
              </a:rPr>
              <a:t>g</a:t>
            </a:r>
            <a:r>
              <a:rPr sz="1200" i="1" spc="20" dirty="0">
                <a:latin typeface="Candara"/>
                <a:cs typeface="Candara"/>
              </a:rPr>
              <a:t>a</a:t>
            </a:r>
            <a:r>
              <a:rPr sz="1200" i="1" spc="25" dirty="0">
                <a:latin typeface="Candara"/>
                <a:cs typeface="Candara"/>
              </a:rPr>
              <a:t>l</a:t>
            </a:r>
            <a:r>
              <a:rPr sz="1200" i="1" spc="-25" dirty="0">
                <a:latin typeface="Candara"/>
                <a:cs typeface="Candara"/>
              </a:rPr>
              <a:t>/</a:t>
            </a:r>
            <a:r>
              <a:rPr sz="1200" i="1" spc="30" dirty="0">
                <a:latin typeface="Candara"/>
                <a:cs typeface="Candara"/>
              </a:rPr>
              <a:t>p</a:t>
            </a:r>
            <a:r>
              <a:rPr sz="1200" i="1" dirty="0">
                <a:latin typeface="Candara"/>
                <a:cs typeface="Candara"/>
              </a:rPr>
              <a:t>’</a:t>
            </a:r>
            <a:r>
              <a:rPr sz="1200" i="1" spc="45" dirty="0">
                <a:latin typeface="Candara"/>
                <a:cs typeface="Candara"/>
              </a:rPr>
              <a:t> </a:t>
            </a:r>
            <a:r>
              <a:rPr sz="1200" i="1" dirty="0">
                <a:latin typeface="Candara"/>
                <a:cs typeface="Candara"/>
              </a:rPr>
              <a:t>t</a:t>
            </a:r>
            <a:r>
              <a:rPr sz="1200" i="1" spc="25" dirty="0">
                <a:latin typeface="Candara"/>
                <a:cs typeface="Candara"/>
              </a:rPr>
              <a:t>e</a:t>
            </a:r>
            <a:r>
              <a:rPr sz="1200" i="1" dirty="0">
                <a:latin typeface="Candara"/>
                <a:cs typeface="Candara"/>
              </a:rPr>
              <a:t>xt  </a:t>
            </a:r>
            <a:r>
              <a:rPr sz="1200" i="1" spc="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-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20" dirty="0">
                <a:latin typeface="Candara"/>
                <a:cs typeface="Candara"/>
              </a:rPr>
              <a:t>nl</a:t>
            </a:r>
            <a:r>
              <a:rPr sz="1200" dirty="0">
                <a:latin typeface="Candara"/>
                <a:cs typeface="Candara"/>
              </a:rPr>
              <a:t>y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20" dirty="0">
                <a:latin typeface="Candara"/>
                <a:cs typeface="Candara"/>
              </a:rPr>
              <a:t>h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-35" dirty="0">
                <a:latin typeface="Candara"/>
                <a:cs typeface="Candara"/>
              </a:rPr>
              <a:t>ff</a:t>
            </a:r>
            <a:r>
              <a:rPr sz="1200" spc="-20" dirty="0">
                <a:latin typeface="Candara"/>
                <a:cs typeface="Candara"/>
              </a:rPr>
              <a:t>ec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4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434"/>
              </a:spcBef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2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0" dirty="0">
                <a:latin typeface="Candara"/>
                <a:cs typeface="Candara"/>
              </a:rPr>
              <a:t>se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c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b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15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r</a:t>
            </a:r>
            <a:endParaRPr sz="1550">
              <a:latin typeface="Candara"/>
              <a:cs typeface="Candara"/>
            </a:endParaRPr>
          </a:p>
          <a:p>
            <a:pPr marL="756285">
              <a:lnSpc>
                <a:spcPct val="100000"/>
              </a:lnSpc>
              <a:spcBef>
                <a:spcPts val="90"/>
              </a:spcBef>
            </a:pP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x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ss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290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b="1" dirty="0">
                <a:latin typeface="Candara"/>
                <a:cs typeface="Candara"/>
              </a:rPr>
              <a:t>F</a:t>
            </a:r>
            <a:r>
              <a:rPr sz="1200" b="1" spc="-5" dirty="0">
                <a:latin typeface="Candara"/>
                <a:cs typeface="Candara"/>
              </a:rPr>
              <a:t>o</a:t>
            </a:r>
            <a:r>
              <a:rPr sz="1200" b="1" dirty="0">
                <a:latin typeface="Candara"/>
                <a:cs typeface="Candara"/>
              </a:rPr>
              <a:t>r</a:t>
            </a:r>
            <a:r>
              <a:rPr sz="1200" b="1" spc="-90" dirty="0">
                <a:latin typeface="Times New Roman"/>
                <a:cs typeface="Times New Roman"/>
              </a:rPr>
              <a:t> </a:t>
            </a:r>
            <a:r>
              <a:rPr sz="1200" b="1" spc="-35" dirty="0">
                <a:latin typeface="Candara"/>
                <a:cs typeface="Candara"/>
              </a:rPr>
              <a:t>E</a:t>
            </a:r>
            <a:r>
              <a:rPr sz="1200" b="1" spc="-20" dirty="0">
                <a:latin typeface="Candara"/>
                <a:cs typeface="Candara"/>
              </a:rPr>
              <a:t>x</a:t>
            </a:r>
            <a:r>
              <a:rPr sz="1200" b="1" spc="5" dirty="0">
                <a:latin typeface="Candara"/>
                <a:cs typeface="Candara"/>
              </a:rPr>
              <a:t>a</a:t>
            </a:r>
            <a:r>
              <a:rPr sz="1200" b="1" spc="-25" dirty="0">
                <a:latin typeface="Candara"/>
                <a:cs typeface="Candara"/>
              </a:rPr>
              <a:t>m</a:t>
            </a:r>
            <a:r>
              <a:rPr sz="1200" b="1" spc="-5" dirty="0">
                <a:latin typeface="Candara"/>
                <a:cs typeface="Candara"/>
              </a:rPr>
              <a:t>p</a:t>
            </a:r>
            <a:r>
              <a:rPr sz="1200" b="1" spc="-15" dirty="0">
                <a:latin typeface="Candara"/>
                <a:cs typeface="Candara"/>
              </a:rPr>
              <a:t>le</a:t>
            </a:r>
            <a:r>
              <a:rPr sz="1200" b="1" spc="-5" dirty="0">
                <a:latin typeface="Candara"/>
                <a:cs typeface="Candara"/>
              </a:rPr>
              <a:t>: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Candara"/>
                <a:cs typeface="Candara"/>
              </a:rPr>
              <a:t>$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15" dirty="0">
                <a:latin typeface="Candara"/>
                <a:cs typeface="Candara"/>
              </a:rPr>
              <a:t>m</a:t>
            </a:r>
            <a:r>
              <a:rPr sz="1200" spc="-10" dirty="0">
                <a:latin typeface="Candara"/>
                <a:cs typeface="Candara"/>
              </a:rPr>
              <a:t>p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#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dirty="0">
                <a:latin typeface="Candara"/>
                <a:cs typeface="Candara"/>
              </a:rPr>
              <a:t>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45" dirty="0">
                <a:latin typeface="Candara"/>
                <a:cs typeface="Candara"/>
              </a:rPr>
              <a:t>i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  <a:p>
            <a:pPr lvl="2">
              <a:lnSpc>
                <a:spcPct val="100000"/>
              </a:lnSpc>
              <a:spcBef>
                <a:spcPts val="20"/>
              </a:spcBef>
              <a:buClr>
                <a:srgbClr val="00A0E4"/>
              </a:buClr>
              <a:buFont typeface="Arial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5" dirty="0">
                <a:latin typeface="Candara"/>
                <a:cs typeface="Candara"/>
              </a:rPr>
              <a:t>-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9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0" dirty="0">
                <a:latin typeface="Candara"/>
                <a:cs typeface="Candara"/>
              </a:rPr>
              <a:t>rr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16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dirty="0">
                <a:latin typeface="Candara"/>
                <a:cs typeface="Candara"/>
              </a:rPr>
              <a:t>v</a:t>
            </a:r>
            <a:r>
              <a:rPr sz="1550" spc="15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.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spcBef>
                <a:spcPts val="41"/>
              </a:spcBef>
              <a:buClr>
                <a:srgbClr val="00A0E4"/>
              </a:buClr>
              <a:buFont typeface="Arial"/>
              <a:buChar char="–"/>
            </a:pPr>
            <a:endParaRPr sz="185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dirty="0">
                <a:latin typeface="Candara"/>
                <a:cs typeface="Candara"/>
              </a:rPr>
              <a:t>$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=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mp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#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um</a:t>
            </a:r>
            <a:r>
              <a:rPr sz="1800" b="1" spc="-20" dirty="0">
                <a:latin typeface="Candara"/>
                <a:cs typeface="Candara"/>
              </a:rPr>
              <a:t>b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16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09" y="145239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pc="20" dirty="0"/>
              <a:t>O</a:t>
            </a:r>
            <a:r>
              <a:rPr spc="-20" dirty="0"/>
              <a:t>t</a:t>
            </a:r>
            <a:r>
              <a:rPr spc="10" dirty="0"/>
              <a:t>her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20" dirty="0"/>
              <a:t>o</a:t>
            </a:r>
            <a:r>
              <a:rPr spc="30" dirty="0"/>
              <a:t>p</a:t>
            </a:r>
            <a:r>
              <a:rPr spc="-20" dirty="0"/>
              <a:t>t</a:t>
            </a:r>
            <a:r>
              <a:rPr dirty="0"/>
              <a:t>i</a:t>
            </a:r>
            <a:r>
              <a:rPr spc="15" dirty="0"/>
              <a:t>o</a:t>
            </a:r>
            <a:r>
              <a:rPr dirty="0"/>
              <a:t>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9730" y="1272164"/>
            <a:ext cx="8093709" cy="2990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5" dirty="0">
                <a:latin typeface="Candara"/>
                <a:cs typeface="Candara"/>
              </a:rPr>
              <a:t>-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8"/>
              </a:spcBef>
              <a:buClr>
                <a:srgbClr val="00A0E4"/>
              </a:buClr>
              <a:buFont typeface="Wingdings"/>
              <a:buChar char=""/>
            </a:pPr>
            <a:endParaRPr sz="2700">
              <a:latin typeface="Times New Roman"/>
              <a:cs typeface="Times New Roman"/>
            </a:endParaRPr>
          </a:p>
          <a:p>
            <a:pPr marL="756285" marR="5080" lvl="1" indent="-285750" algn="just">
              <a:lnSpc>
                <a:spcPct val="100000"/>
              </a:lnSpc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2000" spc="-25" dirty="0">
                <a:latin typeface="Candara"/>
                <a:cs typeface="Candara"/>
              </a:rPr>
              <a:t>U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andara"/>
                <a:cs typeface="Candara"/>
              </a:rPr>
              <a:t>t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ed</a:t>
            </a:r>
            <a:r>
              <a:rPr sz="2000" spc="-70" dirty="0">
                <a:latin typeface="Candara"/>
                <a:cs typeface="Candara"/>
              </a:rPr>
              <a:t>i</a:t>
            </a:r>
            <a:r>
              <a:rPr sz="2000" spc="5" dirty="0">
                <a:latin typeface="Candara"/>
                <a:cs typeface="Candara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-75" dirty="0">
                <a:latin typeface="Candara"/>
                <a:cs typeface="Candara"/>
              </a:rPr>
              <a:t>o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-5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5" dirty="0">
                <a:latin typeface="Candara"/>
                <a:cs typeface="Candara"/>
              </a:rPr>
              <a:t>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40" dirty="0">
                <a:latin typeface="Candara"/>
                <a:cs typeface="Candara"/>
              </a:rPr>
              <a:t>n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70" dirty="0">
                <a:latin typeface="Candara"/>
                <a:cs typeface="Candara"/>
              </a:rPr>
              <a:t>v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ndara"/>
                <a:cs typeface="Candara"/>
              </a:rPr>
              <a:t>f</a:t>
            </a:r>
            <a:r>
              <a:rPr sz="2000" spc="-75" dirty="0">
                <a:latin typeface="Candara"/>
                <a:cs typeface="Candara"/>
              </a:rPr>
              <a:t>o</a:t>
            </a:r>
            <a:r>
              <a:rPr sz="2000" spc="5" dirty="0">
                <a:latin typeface="Candara"/>
                <a:cs typeface="Candara"/>
              </a:rPr>
              <a:t>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-40" dirty="0">
                <a:latin typeface="Candara"/>
                <a:cs typeface="Candara"/>
              </a:rPr>
              <a:t>h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40" dirty="0">
                <a:latin typeface="Candara"/>
                <a:cs typeface="Candara"/>
              </a:rPr>
              <a:t>g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70" dirty="0">
                <a:latin typeface="Candara"/>
                <a:cs typeface="Candara"/>
              </a:rPr>
              <a:t>v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ndara"/>
                <a:cs typeface="Candara"/>
              </a:rPr>
              <a:t>f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-55" dirty="0">
                <a:latin typeface="Candara"/>
                <a:cs typeface="Candara"/>
              </a:rPr>
              <a:t>e</a:t>
            </a:r>
            <a:r>
              <a:rPr sz="2000" spc="5" dirty="0">
                <a:latin typeface="Candara"/>
                <a:cs typeface="Candara"/>
              </a:rPr>
              <a:t>.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Candara"/>
                <a:cs typeface="Candara"/>
              </a:rPr>
              <a:t>I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5" dirty="0">
                <a:latin typeface="Candara"/>
                <a:cs typeface="Candara"/>
              </a:rPr>
              <a:t>is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Candara"/>
                <a:cs typeface="Candara"/>
              </a:rPr>
              <a:t>o</a:t>
            </a:r>
            <a:r>
              <a:rPr sz="2000" spc="35" dirty="0">
                <a:latin typeface="Candara"/>
                <a:cs typeface="Candara"/>
              </a:rPr>
              <a:t>r</a:t>
            </a:r>
            <a:r>
              <a:rPr sz="2000" spc="-70" dirty="0">
                <a:latin typeface="Candara"/>
                <a:cs typeface="Candara"/>
              </a:rPr>
              <a:t>i</a:t>
            </a:r>
            <a:r>
              <a:rPr sz="2000" spc="40" dirty="0">
                <a:latin typeface="Candara"/>
                <a:cs typeface="Candara"/>
              </a:rPr>
              <a:t>g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l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ndara"/>
                <a:cs typeface="Candara"/>
              </a:rPr>
              <a:t>f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is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40" dirty="0">
                <a:latin typeface="Candara"/>
                <a:cs typeface="Candara"/>
              </a:rPr>
              <a:t>g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20" dirty="0">
                <a:latin typeface="Candara"/>
                <a:cs typeface="Candara"/>
              </a:rPr>
              <a:t>d</a:t>
            </a:r>
            <a:r>
              <a:rPr sz="2000" spc="5" dirty="0">
                <a:latin typeface="Candara"/>
                <a:cs typeface="Candara"/>
              </a:rPr>
              <a:t>.</a:t>
            </a:r>
            <a:endParaRPr sz="200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450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2000" spc="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x</a:t>
            </a:r>
            <a:r>
              <a:rPr sz="2000" spc="5" dirty="0">
                <a:latin typeface="Candara"/>
                <a:cs typeface="Candara"/>
              </a:rPr>
              <a:t>: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$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Candara"/>
                <a:cs typeface="Candara"/>
              </a:rPr>
              <a:t>–</a:t>
            </a:r>
            <a:r>
              <a:rPr sz="2000" dirty="0">
                <a:latin typeface="Candara"/>
                <a:cs typeface="Candara"/>
              </a:rPr>
              <a:t>i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‘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-15" dirty="0">
                <a:latin typeface="Candara"/>
                <a:cs typeface="Candara"/>
              </a:rPr>
              <a:t>/</a:t>
            </a:r>
            <a:r>
              <a:rPr sz="2000" spc="35" dirty="0">
                <a:latin typeface="Candara"/>
                <a:cs typeface="Candara"/>
              </a:rPr>
              <a:t>^</a:t>
            </a:r>
            <a:r>
              <a:rPr sz="2000" spc="-10" dirty="0">
                <a:latin typeface="Candara"/>
                <a:cs typeface="Candara"/>
              </a:rPr>
              <a:t>/</a:t>
            </a:r>
            <a:r>
              <a:rPr sz="2000" spc="-15" dirty="0">
                <a:latin typeface="Candara"/>
                <a:cs typeface="Candara"/>
              </a:rPr>
              <a:t>\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5" dirty="0">
                <a:latin typeface="Candara"/>
                <a:cs typeface="Candara"/>
              </a:rPr>
              <a:t>’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spc="-5" dirty="0">
                <a:latin typeface="Candara"/>
                <a:cs typeface="Candara"/>
              </a:rPr>
              <a:t>f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10" dirty="0">
                <a:latin typeface="Candara"/>
                <a:cs typeface="Candara"/>
              </a:rPr>
              <a:t>e</a:t>
            </a:r>
            <a:endParaRPr sz="2000">
              <a:latin typeface="Candara"/>
              <a:cs typeface="Candara"/>
            </a:endParaRPr>
          </a:p>
          <a:p>
            <a:pPr marL="756285" marR="7620" lvl="1" indent="-285750" algn="just">
              <a:lnSpc>
                <a:spcPct val="100000"/>
              </a:lnSpc>
              <a:spcBef>
                <a:spcPts val="53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2000" spc="-35" dirty="0">
                <a:latin typeface="Candara"/>
                <a:cs typeface="Candara"/>
              </a:rPr>
              <a:t>I</a:t>
            </a:r>
            <a:r>
              <a:rPr sz="2000" spc="5" dirty="0">
                <a:latin typeface="Candara"/>
                <a:cs typeface="Candara"/>
              </a:rPr>
              <a:t>f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ndara"/>
                <a:cs typeface="Candara"/>
              </a:rPr>
              <a:t>b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5" dirty="0">
                <a:latin typeface="Candara"/>
                <a:cs typeface="Candara"/>
              </a:rPr>
              <a:t>k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ndara"/>
                <a:cs typeface="Candara"/>
              </a:rPr>
              <a:t>u</a:t>
            </a:r>
            <a:r>
              <a:rPr sz="2000" spc="10" dirty="0">
                <a:latin typeface="Candara"/>
                <a:cs typeface="Candara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5" dirty="0">
                <a:latin typeface="Candara"/>
                <a:cs typeface="Candara"/>
              </a:rPr>
              <a:t>f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75" dirty="0">
                <a:latin typeface="Candara"/>
                <a:cs typeface="Candara"/>
              </a:rPr>
              <a:t>o</a:t>
            </a:r>
            <a:r>
              <a:rPr sz="2000" spc="35" dirty="0">
                <a:latin typeface="Candara"/>
                <a:cs typeface="Candara"/>
              </a:rPr>
              <a:t>r</a:t>
            </a:r>
            <a:r>
              <a:rPr sz="2000" spc="-70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g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l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spc="-85" dirty="0">
                <a:latin typeface="Candara"/>
                <a:cs typeface="Candara"/>
              </a:rPr>
              <a:t>f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18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is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Candara"/>
                <a:cs typeface="Candara"/>
              </a:rPr>
              <a:t>t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Candara"/>
                <a:cs typeface="Candara"/>
              </a:rPr>
              <a:t>b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24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m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70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70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-5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-40" dirty="0">
                <a:latin typeface="Candara"/>
                <a:cs typeface="Candara"/>
              </a:rPr>
              <a:t>h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-35" dirty="0">
                <a:latin typeface="Candara"/>
                <a:cs typeface="Candara"/>
              </a:rPr>
              <a:t>x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-5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125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Candara"/>
                <a:cs typeface="Candara"/>
              </a:rPr>
              <a:t>–</a:t>
            </a:r>
            <a:r>
              <a:rPr sz="2000" dirty="0">
                <a:latin typeface="Candara"/>
                <a:cs typeface="Candara"/>
              </a:rPr>
              <a:t>i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ndara"/>
                <a:cs typeface="Candara"/>
              </a:rPr>
              <a:t>op</a:t>
            </a:r>
            <a:r>
              <a:rPr sz="2000" spc="20" dirty="0">
                <a:latin typeface="Candara"/>
                <a:cs typeface="Candara"/>
              </a:rPr>
              <a:t>t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75" dirty="0">
                <a:latin typeface="Candara"/>
                <a:cs typeface="Candara"/>
              </a:rPr>
              <a:t>o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Candara"/>
                <a:cs typeface="Candara"/>
              </a:rPr>
              <a:t>b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ndara"/>
                <a:cs typeface="Candara"/>
              </a:rPr>
              <a:t>u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15" dirty="0">
                <a:latin typeface="Candara"/>
                <a:cs typeface="Candara"/>
              </a:rPr>
              <a:t>ed</a:t>
            </a:r>
            <a:r>
              <a:rPr sz="2000" spc="5" dirty="0">
                <a:latin typeface="Candara"/>
                <a:cs typeface="Candara"/>
              </a:rPr>
              <a:t>.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70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x</a:t>
            </a:r>
            <a:r>
              <a:rPr sz="2000" spc="-50" dirty="0">
                <a:latin typeface="Candara"/>
                <a:cs typeface="Candara"/>
              </a:rPr>
              <a:t>t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75" dirty="0">
                <a:latin typeface="Candara"/>
                <a:cs typeface="Candara"/>
              </a:rPr>
              <a:t>o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Candara"/>
                <a:cs typeface="Candara"/>
              </a:rPr>
              <a:t>u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10" dirty="0">
                <a:latin typeface="Candara"/>
                <a:cs typeface="Candara"/>
              </a:rPr>
              <a:t>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65" dirty="0">
                <a:latin typeface="Candara"/>
                <a:cs typeface="Candara"/>
              </a:rPr>
              <a:t>b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40" dirty="0">
                <a:latin typeface="Candara"/>
                <a:cs typeface="Candara"/>
              </a:rPr>
              <a:t>n</a:t>
            </a:r>
            <a:r>
              <a:rPr sz="2000" spc="35" dirty="0">
                <a:latin typeface="Candara"/>
                <a:cs typeface="Candara"/>
              </a:rPr>
              <a:t>y</a:t>
            </a:r>
            <a:r>
              <a:rPr sz="2000" spc="-50" dirty="0">
                <a:latin typeface="Candara"/>
                <a:cs typeface="Candara"/>
              </a:rPr>
              <a:t>t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40" dirty="0">
                <a:latin typeface="Candara"/>
                <a:cs typeface="Candara"/>
              </a:rPr>
              <a:t>n</a:t>
            </a:r>
            <a:r>
              <a:rPr sz="2000" spc="40" dirty="0">
                <a:latin typeface="Candara"/>
                <a:cs typeface="Candara"/>
              </a:rPr>
              <a:t>g</a:t>
            </a:r>
            <a:r>
              <a:rPr sz="2000" spc="5" dirty="0">
                <a:latin typeface="Candara"/>
                <a:cs typeface="Candara"/>
              </a:rPr>
              <a:t>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10" dirty="0">
                <a:latin typeface="Candara"/>
                <a:cs typeface="Candara"/>
              </a:rPr>
              <a:t>I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5" dirty="0">
                <a:latin typeface="Candara"/>
                <a:cs typeface="Candara"/>
              </a:rPr>
              <a:t>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j</a:t>
            </a:r>
            <a:r>
              <a:rPr sz="2000" spc="-25" dirty="0">
                <a:latin typeface="Candara"/>
                <a:cs typeface="Candara"/>
              </a:rPr>
              <a:t>u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5" dirty="0">
                <a:latin typeface="Candara"/>
                <a:cs typeface="Candara"/>
              </a:rPr>
              <a:t>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5" dirty="0">
                <a:latin typeface="Candara"/>
                <a:cs typeface="Candara"/>
              </a:rPr>
              <a:t>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0" dirty="0">
                <a:latin typeface="Candara"/>
                <a:cs typeface="Candara"/>
              </a:rPr>
              <a:t>k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20" dirty="0">
                <a:latin typeface="Candara"/>
                <a:cs typeface="Candara"/>
              </a:rPr>
              <a:t>t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5" dirty="0">
                <a:latin typeface="Candara"/>
                <a:cs typeface="Candara"/>
              </a:rPr>
              <a:t>r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Candara"/>
                <a:cs typeface="Candara"/>
              </a:rPr>
              <a:t>f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30" dirty="0">
                <a:latin typeface="Candara"/>
                <a:cs typeface="Candara"/>
              </a:rPr>
              <a:t>w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10" dirty="0">
                <a:latin typeface="Candara"/>
                <a:cs typeface="Candara"/>
              </a:rPr>
              <a:t>h</a:t>
            </a:r>
            <a:r>
              <a:rPr sz="2000" spc="-1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25" dirty="0">
                <a:latin typeface="Candara"/>
                <a:cs typeface="Candara"/>
              </a:rPr>
              <a:t>nt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5" dirty="0">
                <a:latin typeface="Candara"/>
                <a:cs typeface="Candara"/>
              </a:rPr>
              <a:t>s</a:t>
            </a:r>
            <a:r>
              <a:rPr sz="2000" spc="-225" dirty="0">
                <a:latin typeface="Times New Roman"/>
                <a:cs typeface="Times New Roman"/>
              </a:rPr>
              <a:t> 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10" dirty="0">
                <a:latin typeface="Candara"/>
                <a:cs typeface="Candara"/>
              </a:rPr>
              <a:t>e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30" dirty="0">
                <a:latin typeface="Candara"/>
                <a:cs typeface="Candara"/>
              </a:rPr>
              <a:t>r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40" dirty="0">
                <a:latin typeface="Candara"/>
                <a:cs typeface="Candara"/>
              </a:rPr>
              <a:t>g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l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Candara"/>
                <a:cs typeface="Candara"/>
              </a:rPr>
              <a:t>c</a:t>
            </a:r>
            <a:r>
              <a:rPr sz="2000" spc="10" dirty="0">
                <a:latin typeface="Candara"/>
                <a:cs typeface="Candara"/>
              </a:rPr>
              <a:t>o</a:t>
            </a:r>
            <a:r>
              <a:rPr sz="2000" spc="25" dirty="0">
                <a:latin typeface="Candara"/>
                <a:cs typeface="Candara"/>
              </a:rPr>
              <a:t>nt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n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5" dirty="0">
                <a:latin typeface="Candara"/>
                <a:cs typeface="Candara"/>
              </a:rPr>
              <a:t>.</a:t>
            </a:r>
            <a:endParaRPr sz="200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455"/>
              </a:spcBef>
              <a:buClr>
                <a:srgbClr val="00A0E4"/>
              </a:buClr>
              <a:buFont typeface="Arial"/>
              <a:buChar char="•"/>
              <a:tabLst>
                <a:tab pos="1156970" algn="l"/>
              </a:tabLst>
            </a:pPr>
            <a:r>
              <a:rPr sz="2000" spc="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x</a:t>
            </a:r>
            <a:r>
              <a:rPr sz="2000" spc="5" dirty="0">
                <a:latin typeface="Candara"/>
                <a:cs typeface="Candara"/>
              </a:rPr>
              <a:t>: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Candara"/>
                <a:cs typeface="Candara"/>
              </a:rPr>
              <a:t>$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Candara"/>
                <a:cs typeface="Candara"/>
              </a:rPr>
              <a:t>–</a:t>
            </a:r>
            <a:r>
              <a:rPr sz="2000" spc="10" dirty="0">
                <a:latin typeface="Candara"/>
                <a:cs typeface="Candara"/>
              </a:rPr>
              <a:t>i</a:t>
            </a:r>
            <a:r>
              <a:rPr sz="2000" spc="15" dirty="0">
                <a:latin typeface="Candara"/>
                <a:cs typeface="Candara"/>
              </a:rPr>
              <a:t>.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5" dirty="0">
                <a:latin typeface="Candara"/>
                <a:cs typeface="Candara"/>
              </a:rPr>
              <a:t>m</a:t>
            </a:r>
            <a:r>
              <a:rPr sz="2000" spc="10" dirty="0">
                <a:latin typeface="Candara"/>
                <a:cs typeface="Candara"/>
              </a:rPr>
              <a:t>p</a:t>
            </a:r>
            <a:r>
              <a:rPr sz="2000" spc="-20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‘</a:t>
            </a:r>
            <a:r>
              <a:rPr sz="2000" spc="-20" dirty="0">
                <a:latin typeface="Candara"/>
                <a:cs typeface="Candara"/>
              </a:rPr>
              <a:t>s</a:t>
            </a:r>
            <a:r>
              <a:rPr sz="2000" spc="-15" dirty="0">
                <a:latin typeface="Candara"/>
                <a:cs typeface="Candara"/>
              </a:rPr>
              <a:t>/</a:t>
            </a:r>
            <a:r>
              <a:rPr sz="2000" spc="35" dirty="0">
                <a:latin typeface="Candara"/>
                <a:cs typeface="Candara"/>
              </a:rPr>
              <a:t>^</a:t>
            </a:r>
            <a:r>
              <a:rPr sz="2000" spc="-10" dirty="0">
                <a:latin typeface="Candara"/>
                <a:cs typeface="Candara"/>
              </a:rPr>
              <a:t>/</a:t>
            </a:r>
            <a:r>
              <a:rPr sz="2000" spc="-15" dirty="0">
                <a:latin typeface="Candara"/>
                <a:cs typeface="Candara"/>
              </a:rPr>
              <a:t>\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-15" dirty="0">
                <a:latin typeface="Candara"/>
                <a:cs typeface="Candara"/>
              </a:rPr>
              <a:t>/</a:t>
            </a:r>
            <a:r>
              <a:rPr sz="2000" spc="5" dirty="0">
                <a:latin typeface="Candara"/>
                <a:cs typeface="Candara"/>
              </a:rPr>
              <a:t>’</a:t>
            </a:r>
            <a:r>
              <a:rPr sz="2000" spc="-120" dirty="0">
                <a:latin typeface="Candara"/>
                <a:cs typeface="Candara"/>
              </a:rPr>
              <a:t> 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5" dirty="0">
                <a:latin typeface="Candara"/>
                <a:cs typeface="Candara"/>
              </a:rPr>
              <a:t>m</a:t>
            </a:r>
            <a:r>
              <a:rPr sz="2000" spc="10" dirty="0">
                <a:latin typeface="Candara"/>
                <a:cs typeface="Candara"/>
              </a:rPr>
              <a:t>p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17</a:t>
            </a:fld>
            <a:r>
              <a:rPr sz="900" spc="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01" y="175715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ct val="100000"/>
              </a:lnSpc>
            </a:pPr>
            <a:r>
              <a:rPr sz="2400" spc="-15" dirty="0"/>
              <a:t>O</a:t>
            </a:r>
            <a:r>
              <a:rPr sz="2400" spc="-40" dirty="0"/>
              <a:t>t</a:t>
            </a:r>
            <a:r>
              <a:rPr sz="2400" spc="-25" dirty="0"/>
              <a:t>h</a:t>
            </a:r>
            <a:r>
              <a:rPr sz="2400" spc="-30" dirty="0"/>
              <a:t>e</a:t>
            </a:r>
            <a:r>
              <a:rPr sz="2400" dirty="0"/>
              <a:t>r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5" dirty="0"/>
              <a:t>o</a:t>
            </a:r>
            <a:r>
              <a:rPr sz="2400" spc="15" dirty="0"/>
              <a:t>p</a:t>
            </a:r>
            <a:r>
              <a:rPr sz="2400" spc="-40" dirty="0"/>
              <a:t>t</a:t>
            </a:r>
            <a:r>
              <a:rPr sz="2400" dirty="0"/>
              <a:t>i</a:t>
            </a:r>
            <a:r>
              <a:rPr sz="2400" spc="5" dirty="0"/>
              <a:t>o</a:t>
            </a:r>
            <a:r>
              <a:rPr sz="2400" spc="-25" dirty="0"/>
              <a:t>n</a:t>
            </a:r>
            <a:r>
              <a:rPr sz="2400" dirty="0"/>
              <a:t>s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740662" y="6649277"/>
            <a:ext cx="26035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800" spc="5" dirty="0">
                <a:solidFill>
                  <a:srgbClr val="1F487C"/>
                </a:solidFill>
                <a:latin typeface="Arial"/>
                <a:cs typeface="Arial"/>
              </a:rPr>
              <a:t>-</a:t>
            </a:r>
            <a:r>
              <a:rPr sz="800" spc="-2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900" spc="30" dirty="0">
                <a:solidFill>
                  <a:srgbClr val="7F7F7F"/>
                </a:solidFill>
                <a:latin typeface="Candara"/>
                <a:cs typeface="Candara"/>
              </a:rPr>
              <a:t>2</a:t>
            </a:r>
            <a:r>
              <a:rPr sz="900" dirty="0">
                <a:solidFill>
                  <a:srgbClr val="7F7F7F"/>
                </a:solidFill>
                <a:latin typeface="Candara"/>
                <a:cs typeface="Candara"/>
              </a:rPr>
              <a:t>0</a:t>
            </a:r>
            <a:r>
              <a:rPr sz="900" spc="-4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87C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2923" y="145233"/>
            <a:ext cx="13100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5" dirty="0">
                <a:latin typeface="Candara"/>
                <a:cs typeface="Candara"/>
              </a:rPr>
              <a:t>5</a:t>
            </a:r>
            <a:r>
              <a:rPr sz="1200" dirty="0">
                <a:latin typeface="Candara"/>
                <a:cs typeface="Candara"/>
              </a:rPr>
              <a:t>.</a:t>
            </a:r>
            <a:r>
              <a:rPr sz="1200" spc="10" dirty="0">
                <a:latin typeface="Candara"/>
                <a:cs typeface="Candara"/>
              </a:rPr>
              <a:t>9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o</a:t>
            </a:r>
            <a:r>
              <a:rPr sz="1200" spc="-10" dirty="0">
                <a:latin typeface="Candara"/>
                <a:cs typeface="Candara"/>
              </a:rPr>
              <a:t>mm</a:t>
            </a:r>
            <a:r>
              <a:rPr sz="1200" spc="5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5" dirty="0"/>
              <a:t>M</a:t>
            </a:r>
            <a:r>
              <a:rPr spc="20" dirty="0"/>
              <a:t>o</a:t>
            </a:r>
            <a:r>
              <a:rPr spc="-5" dirty="0"/>
              <a:t>r</a:t>
            </a:r>
            <a:r>
              <a:rPr spc="10" dirty="0"/>
              <a:t>e</a:t>
            </a:r>
            <a:r>
              <a:rPr spc="-9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20" dirty="0"/>
              <a:t>o</a:t>
            </a:r>
            <a:r>
              <a:rPr spc="-25" dirty="0"/>
              <a:t>mm</a:t>
            </a:r>
            <a:r>
              <a:rPr spc="-15" dirty="0"/>
              <a:t>a</a:t>
            </a:r>
            <a:r>
              <a:rPr dirty="0"/>
              <a:t>n</a:t>
            </a:r>
            <a:r>
              <a:rPr spc="-30" dirty="0"/>
              <a:t>d</a:t>
            </a:r>
            <a:r>
              <a:rPr dirty="0"/>
              <a:t>s</a:t>
            </a:r>
          </a:p>
        </p:txBody>
      </p:sp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298450" y="1365250"/>
          <a:ext cx="8610597" cy="4041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799"/>
                <a:gridCol w="3809999"/>
                <a:gridCol w="4114799"/>
              </a:tblGrid>
              <a:tr h="563636"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500" spc="-2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500" spc="30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500" dirty="0">
                          <a:latin typeface="Candara"/>
                          <a:cs typeface="Candara"/>
                        </a:rPr>
                        <a:t>.</a:t>
                      </a:r>
                      <a:r>
                        <a:rPr sz="1500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500" dirty="0">
                          <a:latin typeface="Candara"/>
                          <a:cs typeface="Candara"/>
                        </a:rPr>
                        <a:t>o</a:t>
                      </a: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550" spc="3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550" spc="1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550" spc="-15" dirty="0">
                          <a:latin typeface="Candara"/>
                          <a:cs typeface="Candara"/>
                        </a:rPr>
                        <a:t>mm</a:t>
                      </a:r>
                      <a:r>
                        <a:rPr sz="1550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550" spc="-3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550" dirty="0">
                          <a:latin typeface="Candara"/>
                          <a:cs typeface="Candara"/>
                        </a:rPr>
                        <a:t>d</a:t>
                      </a:r>
                      <a:endParaRPr sz="155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</a:pPr>
                      <a:r>
                        <a:rPr sz="1550" spc="3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550" spc="10" dirty="0">
                          <a:latin typeface="Candara"/>
                          <a:cs typeface="Candara"/>
                        </a:rPr>
                        <a:t>es</a:t>
                      </a:r>
                      <a:r>
                        <a:rPr sz="1550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550" spc="-3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550" spc="3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550" spc="20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550" spc="30" dirty="0">
                          <a:latin typeface="Candara"/>
                          <a:cs typeface="Candara"/>
                        </a:rPr>
                        <a:t>ti</a:t>
                      </a:r>
                      <a:r>
                        <a:rPr sz="1550" spc="1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550" dirty="0">
                          <a:latin typeface="Candara"/>
                          <a:cs typeface="Candara"/>
                        </a:rPr>
                        <a:t>n</a:t>
                      </a:r>
                      <a:endParaRPr sz="155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  <a:tr h="585703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1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q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endParaRPr sz="1400" dirty="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527050">
                        <a:lnSpc>
                          <a:spcPct val="102899"/>
                        </a:lnSpc>
                      </a:pP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v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  <a:tr h="5636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2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q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endParaRPr sz="1400" dirty="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  <a:tr h="58573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3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1412875">
                        <a:lnSpc>
                          <a:spcPct val="138700"/>
                        </a:lnSpc>
                        <a:tabLst>
                          <a:tab pos="1506220" algn="l"/>
                          <a:tab pos="1525270" algn="l"/>
                        </a:tabLst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!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#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		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#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2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400" b="1" spc="30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  <a:tr h="58584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4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!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;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/\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/</a:t>
                      </a:r>
                      <a:r>
                        <a:rPr sz="1400" b="1" spc="-80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/’</a:t>
                      </a:r>
                      <a:r>
                        <a:rPr sz="1400" b="1" spc="-6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j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4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ik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7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55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  <a:tr h="5857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5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!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;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/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.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*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)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/\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/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;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;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 marR="412750">
                        <a:lnSpc>
                          <a:spcPct val="116300"/>
                        </a:lnSpc>
                      </a:pPr>
                      <a:r>
                        <a:rPr sz="1400" b="1" spc="-2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q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")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  <a:tr h="563617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6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spc="-15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endParaRPr sz="1400" dirty="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1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87C"/>
                      </a:solidFill>
                      <a:prstDash val="solid"/>
                    </a:lnL>
                    <a:lnR w="12700">
                      <a:solidFill>
                        <a:srgbClr val="1F487C"/>
                      </a:solidFill>
                      <a:prstDash val="solid"/>
                    </a:lnR>
                    <a:lnT w="12700">
                      <a:solidFill>
                        <a:srgbClr val="1F487C"/>
                      </a:solidFill>
                      <a:prstDash val="solid"/>
                    </a:lnT>
                    <a:lnB w="12700">
                      <a:solidFill>
                        <a:srgbClr val="1F487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269563"/>
            <a:ext cx="1430020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5" dirty="0">
                <a:latin typeface="Candara"/>
                <a:cs typeface="Candara"/>
              </a:rPr>
              <a:t>S</a:t>
            </a:r>
            <a:r>
              <a:rPr sz="2750" spc="25" dirty="0">
                <a:latin typeface="Candara"/>
                <a:cs typeface="Candara"/>
              </a:rPr>
              <a:t>u</a:t>
            </a:r>
            <a:r>
              <a:rPr sz="2750" spc="-5" dirty="0">
                <a:latin typeface="Candara"/>
                <a:cs typeface="Candara"/>
              </a:rPr>
              <a:t>mmar</a:t>
            </a:r>
            <a:r>
              <a:rPr sz="2750" spc="10" dirty="0">
                <a:latin typeface="Candara"/>
                <a:cs typeface="Candara"/>
              </a:rPr>
              <a:t>y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730" y="1272164"/>
            <a:ext cx="5624830" cy="2841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sc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nge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sc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-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r</a:t>
            </a:r>
            <a:r>
              <a:rPr sz="1800" spc="-114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39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-35" dirty="0">
                <a:latin typeface="Candara"/>
                <a:cs typeface="Candara"/>
              </a:rPr>
              <a:t>w</a:t>
            </a:r>
            <a:r>
              <a:rPr sz="1800" dirty="0">
                <a:latin typeface="Candara"/>
                <a:cs typeface="Candara"/>
              </a:rPr>
              <a:t>q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40" dirty="0">
                <a:latin typeface="Candara"/>
                <a:cs typeface="Candara"/>
              </a:rPr>
              <a:t>(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)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nd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q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-30" dirty="0">
                <a:latin typeface="Candara"/>
                <a:cs typeface="Candara"/>
              </a:rPr>
              <a:t>q</a:t>
            </a:r>
            <a:r>
              <a:rPr sz="1800" dirty="0">
                <a:latin typeface="Candara"/>
                <a:cs typeface="Candara"/>
              </a:rPr>
              <a:t>!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q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w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10" dirty="0">
                <a:latin typeface="Candara"/>
                <a:cs typeface="Candara"/>
              </a:rPr>
              <a:t>a</a:t>
            </a:r>
            <a:r>
              <a:rPr sz="1800" spc="35" dirty="0">
                <a:latin typeface="Candara"/>
                <a:cs typeface="Candara"/>
              </a:rPr>
              <a:t>v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ng.</a:t>
            </a:r>
            <a:endParaRPr sz="1800">
              <a:latin typeface="Candara"/>
              <a:cs typeface="Candara"/>
            </a:endParaRPr>
          </a:p>
          <a:p>
            <a:pPr marL="365125" indent="-352425">
              <a:lnSpc>
                <a:spcPct val="100000"/>
              </a:lnSpc>
              <a:spcBef>
                <a:spcPts val="39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-15" dirty="0">
                <a:latin typeface="Candara"/>
                <a:cs typeface="Candara"/>
              </a:rPr>
              <a:t>C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25" dirty="0">
                <a:latin typeface="Candara"/>
                <a:cs typeface="Candara"/>
              </a:rPr>
              <a:t>mm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s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o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ss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1090295" lvl="2" indent="-267335">
              <a:lnSpc>
                <a:spcPct val="100000"/>
              </a:lnSpc>
              <a:spcBef>
                <a:spcPts val="415"/>
              </a:spcBef>
              <a:buClr>
                <a:srgbClr val="00A0E4"/>
              </a:buClr>
              <a:buFont typeface="Arial"/>
              <a:buChar char="•"/>
              <a:tabLst>
                <a:tab pos="1090295" algn="l"/>
              </a:tabLst>
            </a:pPr>
            <a:r>
              <a:rPr sz="1550" spc="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endParaRPr sz="1550">
              <a:latin typeface="Candara"/>
              <a:cs typeface="Candara"/>
            </a:endParaRPr>
          </a:p>
          <a:p>
            <a:pPr marL="1090295" lvl="2" indent="-267335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•"/>
              <a:tabLst>
                <a:tab pos="1090295" algn="l"/>
              </a:tabLst>
            </a:pPr>
            <a:r>
              <a:rPr sz="1550" spc="25" dirty="0">
                <a:latin typeface="Candara"/>
                <a:cs typeface="Candara"/>
              </a:rPr>
              <a:t>S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endParaRPr sz="155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1576447"/>
            <a:ext cx="1716405" cy="1548130"/>
          </a:xfrm>
          <a:custGeom>
            <a:avLst/>
            <a:gdLst/>
            <a:ahLst/>
            <a:cxnLst/>
            <a:rect l="l" t="t" r="r" b="b"/>
            <a:pathLst>
              <a:path w="1716404" h="1548130">
                <a:moveTo>
                  <a:pt x="0" y="1547753"/>
                </a:moveTo>
                <a:lnTo>
                  <a:pt x="1716155" y="1547753"/>
                </a:lnTo>
                <a:lnTo>
                  <a:pt x="1716155" y="0"/>
                </a:lnTo>
                <a:lnTo>
                  <a:pt x="0" y="0"/>
                </a:lnTo>
                <a:lnTo>
                  <a:pt x="0" y="1547753"/>
                </a:lnTo>
                <a:close/>
              </a:path>
            </a:pathLst>
          </a:custGeom>
          <a:solidFill>
            <a:srgbClr val="FFC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4200" y="1576447"/>
            <a:ext cx="1716405" cy="1548130"/>
          </a:xfrm>
          <a:custGeom>
            <a:avLst/>
            <a:gdLst/>
            <a:ahLst/>
            <a:cxnLst/>
            <a:rect l="l" t="t" r="r" b="b"/>
            <a:pathLst>
              <a:path w="1716404" h="1548130">
                <a:moveTo>
                  <a:pt x="0" y="1547753"/>
                </a:moveTo>
                <a:lnTo>
                  <a:pt x="1716155" y="1547753"/>
                </a:lnTo>
                <a:lnTo>
                  <a:pt x="1716155" y="0"/>
                </a:lnTo>
                <a:lnTo>
                  <a:pt x="0" y="0"/>
                </a:lnTo>
                <a:lnTo>
                  <a:pt x="0" y="1547753"/>
                </a:lnTo>
                <a:close/>
              </a:path>
            </a:pathLst>
          </a:custGeom>
          <a:ln w="12700">
            <a:solidFill>
              <a:srgbClr val="3F84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63618" y="1696721"/>
            <a:ext cx="1462658" cy="1300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19</a:t>
            </a:fld>
            <a:r>
              <a:rPr sz="900" spc="-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2909" y="269563"/>
            <a:ext cx="2719070" cy="378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-20" dirty="0">
                <a:latin typeface="Candara"/>
                <a:cs typeface="Candara"/>
              </a:rPr>
              <a:t>R</a:t>
            </a:r>
            <a:r>
              <a:rPr sz="2750" spc="5" dirty="0">
                <a:latin typeface="Candara"/>
                <a:cs typeface="Candara"/>
              </a:rPr>
              <a:t>e</a:t>
            </a:r>
            <a:r>
              <a:rPr sz="2750" spc="25" dirty="0">
                <a:latin typeface="Candara"/>
                <a:cs typeface="Candara"/>
              </a:rPr>
              <a:t>v</a:t>
            </a:r>
            <a:r>
              <a:rPr sz="2750" spc="10" dirty="0">
                <a:latin typeface="Candara"/>
                <a:cs typeface="Candara"/>
              </a:rPr>
              <a:t>iew</a:t>
            </a:r>
            <a:r>
              <a:rPr sz="2750" spc="30" dirty="0">
                <a:latin typeface="Times New Roman"/>
                <a:cs typeface="Times New Roman"/>
              </a:rPr>
              <a:t> </a:t>
            </a:r>
            <a:r>
              <a:rPr sz="2750" spc="25" dirty="0">
                <a:latin typeface="Candara"/>
                <a:cs typeface="Candara"/>
              </a:rPr>
              <a:t>Q</a:t>
            </a:r>
            <a:r>
              <a:rPr sz="2750" spc="15" dirty="0">
                <a:latin typeface="Candara"/>
                <a:cs typeface="Candara"/>
              </a:rPr>
              <a:t>u</a:t>
            </a:r>
            <a:r>
              <a:rPr sz="2750" spc="5" dirty="0">
                <a:latin typeface="Candara"/>
                <a:cs typeface="Candara"/>
              </a:rPr>
              <a:t>e</a:t>
            </a:r>
            <a:r>
              <a:rPr sz="2750" spc="45" dirty="0">
                <a:latin typeface="Candara"/>
                <a:cs typeface="Candara"/>
              </a:rPr>
              <a:t>s</a:t>
            </a:r>
            <a:r>
              <a:rPr sz="2750" spc="-15" dirty="0">
                <a:latin typeface="Candara"/>
                <a:cs typeface="Candara"/>
              </a:rPr>
              <a:t>t</a:t>
            </a:r>
            <a:r>
              <a:rPr sz="2750" spc="5" dirty="0">
                <a:latin typeface="Candara"/>
                <a:cs typeface="Candara"/>
              </a:rPr>
              <a:t>i</a:t>
            </a:r>
            <a:r>
              <a:rPr sz="2750" spc="25" dirty="0">
                <a:latin typeface="Candara"/>
                <a:cs typeface="Candara"/>
              </a:rPr>
              <a:t>o</a:t>
            </a:r>
            <a:r>
              <a:rPr sz="2750" spc="10" dirty="0">
                <a:latin typeface="Candara"/>
                <a:cs typeface="Candara"/>
              </a:rPr>
              <a:t>ns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730" y="1272164"/>
            <a:ext cx="5970905" cy="3230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?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buClr>
                <a:srgbClr val="00A0E4"/>
              </a:buClr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365125" marR="5080" indent="-352425">
              <a:lnSpc>
                <a:spcPct val="100800"/>
              </a:lnSpc>
              <a:spcBef>
                <a:spcPts val="1120"/>
              </a:spcBef>
              <a:buClr>
                <a:srgbClr val="00A0E4"/>
              </a:buClr>
              <a:buFont typeface="Wingdings"/>
              <a:buChar char=""/>
              <a:tabLst>
                <a:tab pos="365760" algn="l"/>
                <a:tab pos="1449705" algn="l"/>
              </a:tabLst>
            </a:pPr>
            <a:r>
              <a:rPr sz="1800" u="heavy" dirty="0">
                <a:solidFill>
                  <a:srgbClr val="00A0E4"/>
                </a:solidFill>
                <a:latin typeface="Times New Roman"/>
                <a:cs typeface="Times New Roman"/>
              </a:rPr>
              <a:t> 	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20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tt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-5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?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33"/>
              </a:spcBef>
              <a:buClr>
                <a:srgbClr val="00A0E4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&lt;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&gt;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?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Clr>
                <a:srgbClr val="00A0E4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marL="365125" indent="-352425">
              <a:lnSpc>
                <a:spcPct val="100000"/>
              </a:lnSpc>
              <a:buClr>
                <a:srgbClr val="00A0E4"/>
              </a:buClr>
              <a:buFont typeface="Wingdings"/>
              <a:buChar char=""/>
              <a:tabLst>
                <a:tab pos="365760" algn="l"/>
              </a:tabLst>
            </a:pP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?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470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-95" dirty="0">
                <a:latin typeface="Candara"/>
                <a:cs typeface="Candara"/>
              </a:rPr>
              <a:t>T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 marL="756285" lvl="1" indent="-295275">
              <a:lnSpc>
                <a:spcPct val="100000"/>
              </a:lnSpc>
              <a:spcBef>
                <a:spcPts val="465"/>
              </a:spcBef>
              <a:buClr>
                <a:srgbClr val="00A0E4"/>
              </a:buClr>
              <a:buFont typeface="Arial"/>
              <a:buChar char="–"/>
              <a:tabLst>
                <a:tab pos="756920" algn="l"/>
              </a:tabLst>
            </a:pPr>
            <a:r>
              <a:rPr sz="1800" spc="15" dirty="0">
                <a:latin typeface="Candara"/>
                <a:cs typeface="Candara"/>
              </a:rPr>
              <a:t>Fa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dirty="0">
                <a:latin typeface="Candara"/>
                <a:cs typeface="Candara"/>
              </a:rPr>
              <a:t>se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81800" y="1576447"/>
            <a:ext cx="1868805" cy="1471930"/>
          </a:xfrm>
          <a:custGeom>
            <a:avLst/>
            <a:gdLst/>
            <a:ahLst/>
            <a:cxnLst/>
            <a:rect l="l" t="t" r="r" b="b"/>
            <a:pathLst>
              <a:path w="1868804" h="1471930">
                <a:moveTo>
                  <a:pt x="0" y="1471553"/>
                </a:moveTo>
                <a:lnTo>
                  <a:pt x="1868555" y="1471553"/>
                </a:lnTo>
                <a:lnTo>
                  <a:pt x="18685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solidFill>
            <a:srgbClr val="FFC8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81800" y="1576447"/>
            <a:ext cx="1868805" cy="1471930"/>
          </a:xfrm>
          <a:custGeom>
            <a:avLst/>
            <a:gdLst/>
            <a:ahLst/>
            <a:cxnLst/>
            <a:rect l="l" t="t" r="r" b="b"/>
            <a:pathLst>
              <a:path w="1868804" h="1471930">
                <a:moveTo>
                  <a:pt x="0" y="1471553"/>
                </a:moveTo>
                <a:lnTo>
                  <a:pt x="1868555" y="1471553"/>
                </a:lnTo>
                <a:lnTo>
                  <a:pt x="18685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ln w="12700">
            <a:solidFill>
              <a:srgbClr val="3F848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19543" y="1682867"/>
            <a:ext cx="1392935" cy="12625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2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15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30" dirty="0"/>
              <a:t>i</a:t>
            </a:r>
            <a:r>
              <a:rPr spc="25" dirty="0"/>
              <a:t>e</a:t>
            </a:r>
            <a:r>
              <a:rPr spc="5" dirty="0"/>
              <a:t>t</a:t>
            </a:r>
            <a:r>
              <a:rPr spc="-25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5" dirty="0"/>
              <a:t>a</a:t>
            </a:r>
            <a:r>
              <a:rPr spc="10" dirty="0"/>
              <a:t>nd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30" dirty="0"/>
              <a:t>i</a:t>
            </a:r>
            <a:r>
              <a:rPr dirty="0"/>
              <a:t>d</a:t>
            </a:r>
            <a:r>
              <a:rPr spc="25" dirty="0"/>
              <a:t>e</a:t>
            </a:r>
            <a:r>
              <a:rPr spc="10" dirty="0"/>
              <a:t>nt</a:t>
            </a:r>
            <a:r>
              <a:rPr spc="-30" dirty="0"/>
              <a:t>ia</a:t>
            </a:r>
            <a:r>
              <a:rPr spc="5" dirty="0"/>
              <a:t>l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>
                <a:latin typeface="Arial"/>
                <a:cs typeface="Arial"/>
              </a:rPr>
              <a:t>-</a:t>
            </a:r>
            <a:r>
              <a:rPr spc="-25" dirty="0"/>
              <a:t> </a:t>
            </a:r>
            <a:fld id="{81D60167-4931-47E6-BA6A-407CBD079E47}" type="slidenum">
              <a:rPr sz="900" spc="-5" dirty="0">
                <a:solidFill>
                  <a:srgbClr val="7F7F7F"/>
                </a:solidFill>
                <a:latin typeface="Candara"/>
                <a:cs typeface="Candara"/>
              </a:rPr>
              <a:t>20</a:t>
            </a:fld>
            <a:r>
              <a:rPr sz="900" spc="-45" dirty="0">
                <a:solidFill>
                  <a:srgbClr val="7F7F7F"/>
                </a:solidFill>
              </a:rPr>
              <a:t> </a:t>
            </a:r>
            <a:r>
              <a:rPr spc="5" dirty="0"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121</TotalTime>
  <Words>1273</Words>
  <Application>Microsoft Office PowerPoint</Application>
  <PresentationFormat>On-screen Show (4:3)</PresentationFormat>
  <Paragraphs>277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Candara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Introduction</vt:lpstr>
      <vt:lpstr>Contents</vt:lpstr>
      <vt:lpstr>PowerPoint Presentation</vt:lpstr>
      <vt:lpstr>Description</vt:lpstr>
      <vt:lpstr>Overview</vt:lpstr>
      <vt:lpstr>Details</vt:lpstr>
      <vt:lpstr>Details</vt:lpstr>
      <vt:lpstr>PowerPoint Presentation</vt:lpstr>
      <vt:lpstr>Invoking SED using Command Line</vt:lpstr>
      <vt:lpstr>Invoking SED using script file</vt:lpstr>
      <vt:lpstr>Substitute Command</vt:lpstr>
      <vt:lpstr>Multiple Instructions in SED Command</vt:lpstr>
      <vt:lpstr>Other options</vt:lpstr>
      <vt:lpstr>Other options</vt:lpstr>
      <vt:lpstr>More Commands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admin</cp:lastModifiedBy>
  <cp:revision>5</cp:revision>
  <dcterms:created xsi:type="dcterms:W3CDTF">2021-02-14T14:00:21Z</dcterms:created>
  <dcterms:modified xsi:type="dcterms:W3CDTF">2021-02-15T10:28:14Z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2021-02-14T00:00:00Z</vt:filetime>
  </property>
  <property fmtid="{D5CDD505-2E9C-101B-9397-08002B2CF9AE}" pid="3" name="LastSaved">
    <vt:filetime>2021-02-14T00:00:00Z</vt:filetime>
  </property>
</Properties>
</file>