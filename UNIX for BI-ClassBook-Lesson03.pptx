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6" r:id="rId21"/>
    <p:sldId id="277" r:id="rId22"/>
  </p:sldIdLst>
  <p:sldSz cx="9144000" cy="6858000" type="screen4x3"/>
  <p:notesSz cx="9144000" cy="6858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660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141125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8958024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296745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5583207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13491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0065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3843841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6179782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744262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0601365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20448355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48681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7040131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0410984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5226380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90748678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215218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019087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63383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697040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89807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 fontScale="25000" lnSpcReduction="20000"/>
          </a:bodyPr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591625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799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59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1004" y="335349"/>
            <a:ext cx="8381991" cy="3784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50" b="0" i="0">
                <a:solidFill>
                  <a:schemeClr val="tx1"/>
                </a:solidFill>
                <a:latin typeface="Candara"/>
                <a:cs typeface="Candar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7825" y="1296294"/>
            <a:ext cx="8388349" cy="24695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61954" y="6674760"/>
            <a:ext cx="767715" cy="130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2/14/2021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49375" y="6665522"/>
            <a:ext cx="1642745" cy="142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7F7F7F"/>
                </a:solidFill>
                <a:latin typeface="Candara"/>
                <a:cs typeface="Candara"/>
              </a:defRPr>
            </a:lvl1pPr>
          </a:lstStyle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‹#›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72122" y="3060253"/>
            <a:ext cx="920750" cy="8229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3200" spc="-30" dirty="0">
                <a:latin typeface="Candara"/>
                <a:cs typeface="Candara"/>
              </a:rPr>
              <a:t>U</a:t>
            </a:r>
            <a:r>
              <a:rPr sz="3200" dirty="0">
                <a:latin typeface="Candara"/>
                <a:cs typeface="Candara"/>
              </a:rPr>
              <a:t>NIX</a:t>
            </a:r>
            <a:endParaRPr sz="32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  <a:spcBef>
                <a:spcPts val="740"/>
              </a:spcBef>
            </a:pPr>
            <a:r>
              <a:rPr sz="2000" spc="-15" dirty="0">
                <a:latin typeface="Candara"/>
                <a:cs typeface="Candara"/>
              </a:rPr>
              <a:t>F</a:t>
            </a:r>
            <a:r>
              <a:rPr sz="2000" spc="5" dirty="0">
                <a:latin typeface="Candara"/>
                <a:cs typeface="Candara"/>
              </a:rPr>
              <a:t>i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spc="25" dirty="0">
                <a:latin typeface="Candara"/>
                <a:cs typeface="Candara"/>
              </a:rPr>
              <a:t>t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35" dirty="0">
                <a:latin typeface="Candara"/>
                <a:cs typeface="Candara"/>
              </a:rPr>
              <a:t>r</a:t>
            </a:r>
            <a:r>
              <a:rPr sz="2000" spc="5" dirty="0">
                <a:latin typeface="Candara"/>
                <a:cs typeface="Candara"/>
              </a:rPr>
              <a:t>s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1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dirty="0"/>
              <a:t>L</a:t>
            </a:r>
            <a:r>
              <a:rPr spc="5" dirty="0"/>
              <a:t>e</a:t>
            </a:r>
            <a:r>
              <a:rPr spc="120" dirty="0"/>
              <a:t>ss</a:t>
            </a:r>
            <a:r>
              <a:rPr spc="30" dirty="0"/>
              <a:t>o</a:t>
            </a:r>
            <a:r>
              <a:rPr dirty="0"/>
              <a:t>n</a:t>
            </a:r>
            <a:r>
              <a:rPr spc="-315" dirty="0">
                <a:latin typeface="Times New Roman"/>
                <a:cs typeface="Times New Roman"/>
              </a:rPr>
              <a:t> </a:t>
            </a:r>
            <a:r>
              <a:rPr spc="30" dirty="0"/>
              <a:t>O</a:t>
            </a:r>
            <a:r>
              <a:rPr spc="120" dirty="0"/>
              <a:t>b</a:t>
            </a:r>
            <a:r>
              <a:rPr spc="-5" dirty="0"/>
              <a:t>j</a:t>
            </a:r>
            <a:r>
              <a:rPr spc="10" dirty="0"/>
              <a:t>e</a:t>
            </a:r>
            <a:r>
              <a:rPr spc="25" dirty="0"/>
              <a:t>c</a:t>
            </a:r>
            <a:r>
              <a:rPr spc="-20" dirty="0"/>
              <a:t>t</a:t>
            </a:r>
            <a:r>
              <a:rPr spc="-10" dirty="0"/>
              <a:t>i</a:t>
            </a:r>
            <a:r>
              <a:rPr spc="25" dirty="0"/>
              <a:t>v</a:t>
            </a:r>
            <a:r>
              <a:rPr spc="10" dirty="0"/>
              <a:t>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035" y="1683390"/>
            <a:ext cx="3096260" cy="1016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ss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y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20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U</a:t>
            </a:r>
            <a:r>
              <a:rPr sz="1550" spc="-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X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5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36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10" dirty="0">
                <a:latin typeface="Candara"/>
                <a:cs typeface="Candara"/>
              </a:rPr>
              <a:t>Ad</a:t>
            </a:r>
            <a:r>
              <a:rPr sz="1200" spc="20" dirty="0">
                <a:latin typeface="Candara"/>
                <a:cs typeface="Candara"/>
              </a:rPr>
              <a:t>v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30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17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5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solidFill>
            <a:srgbClr val="FFC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200" y="1576447"/>
            <a:ext cx="1716405" cy="1471930"/>
          </a:xfrm>
          <a:custGeom>
            <a:avLst/>
            <a:gdLst/>
            <a:ahLst/>
            <a:cxnLst/>
            <a:rect l="l" t="t" r="r" b="b"/>
            <a:pathLst>
              <a:path w="1716404" h="1471930">
                <a:moveTo>
                  <a:pt x="0" y="1471553"/>
                </a:moveTo>
                <a:lnTo>
                  <a:pt x="1716155" y="1471553"/>
                </a:lnTo>
                <a:lnTo>
                  <a:pt x="17161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ln w="12700">
            <a:solidFill>
              <a:srgbClr val="3F83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79742" y="1690762"/>
            <a:ext cx="1423544" cy="1262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2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3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381004" y="177878"/>
            <a:ext cx="1119505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Candara"/>
                <a:cs typeface="Candara"/>
              </a:rPr>
              <a:t>3</a:t>
            </a:r>
            <a:r>
              <a:rPr sz="1200" spc="-5" dirty="0">
                <a:latin typeface="Candara"/>
                <a:cs typeface="Candara"/>
              </a:rPr>
              <a:t>.</a:t>
            </a:r>
            <a:r>
              <a:rPr sz="1200" spc="25" dirty="0">
                <a:latin typeface="Candara"/>
                <a:cs typeface="Candara"/>
              </a:rPr>
              <a:t>1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-10" dirty="0">
                <a:latin typeface="Candara"/>
                <a:cs typeface="Candara"/>
              </a:rPr>
              <a:t>m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F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r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4" y="450538"/>
            <a:ext cx="234442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25" dirty="0">
                <a:latin typeface="Candara"/>
                <a:cs typeface="Candara"/>
              </a:rPr>
              <a:t>W</a:t>
            </a:r>
            <a:r>
              <a:rPr sz="2750" spc="-5" dirty="0">
                <a:latin typeface="Candara"/>
                <a:cs typeface="Candara"/>
              </a:rPr>
              <a:t>ha</a:t>
            </a:r>
            <a:r>
              <a:rPr sz="2750" spc="5" dirty="0">
                <a:latin typeface="Candara"/>
                <a:cs typeface="Candara"/>
              </a:rPr>
              <a:t>t</a:t>
            </a:r>
            <a:r>
              <a:rPr sz="2750" spc="-110" dirty="0">
                <a:latin typeface="Times New Roman"/>
                <a:cs typeface="Times New Roman"/>
              </a:rPr>
              <a:t> </a:t>
            </a:r>
            <a:r>
              <a:rPr sz="2750" spc="-5" dirty="0">
                <a:latin typeface="Candara"/>
                <a:cs typeface="Candara"/>
              </a:rPr>
              <a:t>i</a:t>
            </a:r>
            <a:r>
              <a:rPr sz="2750" spc="10" dirty="0">
                <a:latin typeface="Candara"/>
                <a:cs typeface="Candara"/>
              </a:rPr>
              <a:t>s</a:t>
            </a:r>
            <a:r>
              <a:rPr sz="2750" spc="-50" dirty="0">
                <a:latin typeface="Times New Roman"/>
                <a:cs typeface="Times New Roman"/>
              </a:rPr>
              <a:t> </a:t>
            </a:r>
            <a:r>
              <a:rPr sz="2750" spc="10" dirty="0">
                <a:latin typeface="Candara"/>
                <a:cs typeface="Candara"/>
              </a:rPr>
              <a:t>a</a:t>
            </a:r>
            <a:r>
              <a:rPr sz="2750" spc="-25" dirty="0">
                <a:latin typeface="Times New Roman"/>
                <a:cs typeface="Times New Roman"/>
              </a:rPr>
              <a:t> </a:t>
            </a:r>
            <a:r>
              <a:rPr sz="2750" spc="-5" dirty="0">
                <a:latin typeface="Candara"/>
                <a:cs typeface="Candara"/>
              </a:rPr>
              <a:t>Fi</a:t>
            </a:r>
            <a:r>
              <a:rPr sz="2750" spc="-35" dirty="0">
                <a:latin typeface="Candara"/>
                <a:cs typeface="Candara"/>
              </a:rPr>
              <a:t>l</a:t>
            </a:r>
            <a:r>
              <a:rPr sz="2750" spc="-20" dirty="0">
                <a:latin typeface="Candara"/>
                <a:cs typeface="Candara"/>
              </a:rPr>
              <a:t>t</a:t>
            </a:r>
            <a:r>
              <a:rPr sz="2750" spc="5" dirty="0">
                <a:latin typeface="Candara"/>
                <a:cs typeface="Candara"/>
              </a:rPr>
              <a:t>er?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4035" y="1683390"/>
            <a:ext cx="8004175" cy="24295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6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U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X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k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25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k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ws: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2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1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cc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so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a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54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35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13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3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355600" marR="5080" indent="-342900">
              <a:lnSpc>
                <a:spcPct val="104299"/>
              </a:lnSpc>
              <a:spcBef>
                <a:spcPts val="200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k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rd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17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h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imi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sui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imi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7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13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7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x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0" dirty="0">
                <a:latin typeface="Candara"/>
                <a:cs typeface="Candara"/>
              </a:rPr>
              <a:t>k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5" dirty="0"/>
              <a:t>he</a:t>
            </a:r>
            <a:r>
              <a:rPr spc="-5" dirty="0"/>
              <a:t>a</a:t>
            </a:r>
            <a:r>
              <a:rPr spc="15" dirty="0"/>
              <a:t>d</a:t>
            </a:r>
            <a:r>
              <a:rPr spc="-4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674918" y="1843278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69" y="0"/>
                </a:lnTo>
                <a:lnTo>
                  <a:pt x="7786847" y="1402"/>
                </a:lnTo>
                <a:lnTo>
                  <a:pt x="7823911" y="20055"/>
                </a:lnTo>
                <a:lnTo>
                  <a:pt x="7845643" y="54985"/>
                </a:lnTo>
                <a:lnTo>
                  <a:pt x="7848569" y="380999"/>
                </a:lnTo>
                <a:lnTo>
                  <a:pt x="7847167" y="395477"/>
                </a:lnTo>
                <a:lnTo>
                  <a:pt x="7828635" y="432419"/>
                </a:lnTo>
                <a:lnTo>
                  <a:pt x="779358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40" y="437266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660404" y="2830311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43" y="35692"/>
                </a:lnTo>
                <a:lnTo>
                  <a:pt x="41934" y="8138"/>
                </a:lnTo>
                <a:lnTo>
                  <a:pt x="7772405" y="0"/>
                </a:lnTo>
                <a:lnTo>
                  <a:pt x="7786883" y="1402"/>
                </a:lnTo>
                <a:lnTo>
                  <a:pt x="7823825" y="19933"/>
                </a:lnTo>
                <a:lnTo>
                  <a:pt x="7845557" y="54985"/>
                </a:lnTo>
                <a:lnTo>
                  <a:pt x="7848605" y="380999"/>
                </a:lnTo>
                <a:lnTo>
                  <a:pt x="7847203" y="395477"/>
                </a:lnTo>
                <a:lnTo>
                  <a:pt x="7828519" y="432450"/>
                </a:lnTo>
                <a:lnTo>
                  <a:pt x="7793620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40" y="437144"/>
                </a:lnTo>
                <a:lnTo>
                  <a:pt x="2987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03944" y="3766444"/>
            <a:ext cx="7849234" cy="457200"/>
          </a:xfrm>
          <a:custGeom>
            <a:avLst/>
            <a:gdLst/>
            <a:ahLst/>
            <a:cxnLst/>
            <a:rect l="l" t="t" r="r" b="b"/>
            <a:pathLst>
              <a:path w="7849234" h="457200">
                <a:moveTo>
                  <a:pt x="0" y="76190"/>
                </a:moveTo>
                <a:lnTo>
                  <a:pt x="11634" y="35692"/>
                </a:lnTo>
                <a:lnTo>
                  <a:pt x="41922" y="8107"/>
                </a:lnTo>
                <a:lnTo>
                  <a:pt x="7772421" y="0"/>
                </a:lnTo>
                <a:lnTo>
                  <a:pt x="7786899" y="1402"/>
                </a:lnTo>
                <a:lnTo>
                  <a:pt x="7823840" y="20055"/>
                </a:lnTo>
                <a:lnTo>
                  <a:pt x="7845573" y="54985"/>
                </a:lnTo>
                <a:lnTo>
                  <a:pt x="7848621" y="380990"/>
                </a:lnTo>
                <a:lnTo>
                  <a:pt x="7847219" y="395468"/>
                </a:lnTo>
                <a:lnTo>
                  <a:pt x="7828565" y="432425"/>
                </a:lnTo>
                <a:lnTo>
                  <a:pt x="7793635" y="454142"/>
                </a:lnTo>
                <a:lnTo>
                  <a:pt x="76199" y="457190"/>
                </a:lnTo>
                <a:lnTo>
                  <a:pt x="61697" y="455797"/>
                </a:lnTo>
                <a:lnTo>
                  <a:pt x="24728" y="437259"/>
                </a:lnTo>
                <a:lnTo>
                  <a:pt x="2990" y="402207"/>
                </a:lnTo>
                <a:lnTo>
                  <a:pt x="0" y="76190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534035" y="1155959"/>
            <a:ext cx="7110095" cy="30575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110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1</a:t>
            </a:r>
            <a:r>
              <a:rPr sz="1800" b="1" dirty="0">
                <a:latin typeface="Candara"/>
                <a:cs typeface="Candara"/>
              </a:rPr>
              <a:t>0</a:t>
            </a:r>
            <a:r>
              <a:rPr sz="1800" b="1" spc="-14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1</a:t>
            </a:r>
            <a:r>
              <a:rPr sz="1550" spc="5" dirty="0">
                <a:latin typeface="Candara"/>
                <a:cs typeface="Candara"/>
              </a:rPr>
              <a:t>0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oyee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50"/>
              </a:spcBef>
              <a:buClr>
                <a:srgbClr val="009FE4"/>
              </a:buClr>
              <a:buFont typeface="Arial"/>
              <a:buChar char="–"/>
            </a:pPr>
            <a:endParaRPr sz="1650">
              <a:latin typeface="Times New Roman"/>
              <a:cs typeface="Times New Roman"/>
            </a:endParaRPr>
          </a:p>
          <a:p>
            <a:pPr marL="71755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1614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Candara"/>
                <a:cs typeface="Candara"/>
              </a:rPr>
              <a:t>2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5</a:t>
            </a:r>
            <a:r>
              <a:rPr sz="1550" spc="-11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oyee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13"/>
              </a:spcBef>
              <a:buClr>
                <a:srgbClr val="009FE4"/>
              </a:buClr>
              <a:buFont typeface="Arial"/>
              <a:buChar char="–"/>
            </a:pPr>
            <a:endParaRPr sz="1900">
              <a:latin typeface="Times New Roman"/>
              <a:cs typeface="Times New Roman"/>
            </a:endParaRPr>
          </a:p>
          <a:p>
            <a:pPr marL="698500">
              <a:lnSpc>
                <a:spcPct val="100000"/>
              </a:lnSpc>
            </a:pPr>
            <a:r>
              <a:rPr sz="2000" spc="5" dirty="0">
                <a:latin typeface="Candara"/>
                <a:cs typeface="Candara"/>
              </a:rPr>
              <a:t>$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-120" dirty="0">
                <a:latin typeface="Times New Roman"/>
                <a:cs typeface="Times New Roman"/>
              </a:rPr>
              <a:t> </a:t>
            </a:r>
            <a:r>
              <a:rPr sz="2000" spc="120" dirty="0">
                <a:latin typeface="Candara"/>
                <a:cs typeface="Candara"/>
              </a:rPr>
              <a:t>–</a:t>
            </a:r>
            <a:r>
              <a:rPr sz="2000" spc="5" dirty="0">
                <a:latin typeface="Candara"/>
                <a:cs typeface="Candara"/>
              </a:rPr>
              <a:t>5</a:t>
            </a:r>
            <a:r>
              <a:rPr sz="2000" spc="-225" dirty="0">
                <a:latin typeface="Times New Roman"/>
                <a:cs typeface="Times New Roman"/>
              </a:rPr>
              <a:t> </a:t>
            </a:r>
            <a:r>
              <a:rPr sz="2000" spc="20" dirty="0">
                <a:latin typeface="Candara"/>
                <a:cs typeface="Candara"/>
              </a:rPr>
              <a:t>e</a:t>
            </a:r>
            <a:r>
              <a:rPr sz="2000" dirty="0">
                <a:latin typeface="Candara"/>
                <a:cs typeface="Candara"/>
              </a:rPr>
              <a:t>m</a:t>
            </a:r>
            <a:r>
              <a:rPr sz="2000" spc="10" dirty="0">
                <a:latin typeface="Candara"/>
                <a:cs typeface="Candara"/>
              </a:rPr>
              <a:t>p</a:t>
            </a:r>
            <a:r>
              <a:rPr sz="2000" spc="-15" dirty="0">
                <a:latin typeface="Candara"/>
                <a:cs typeface="Candara"/>
              </a:rPr>
              <a:t>l</a:t>
            </a:r>
            <a:r>
              <a:rPr sz="2000" dirty="0">
                <a:latin typeface="Candara"/>
                <a:cs typeface="Candara"/>
              </a:rPr>
              <a:t>o</a:t>
            </a:r>
            <a:r>
              <a:rPr sz="2000" spc="35" dirty="0">
                <a:latin typeface="Candara"/>
                <a:cs typeface="Candara"/>
              </a:rPr>
              <a:t>y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spc="10" dirty="0">
                <a:latin typeface="Candara"/>
                <a:cs typeface="Candara"/>
              </a:rPr>
              <a:t>e</a:t>
            </a:r>
            <a:endParaRPr sz="20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1105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Candara"/>
                <a:cs typeface="Candara"/>
              </a:rPr>
              <a:t>g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110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1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46125">
              <a:lnSpc>
                <a:spcPct val="100000"/>
              </a:lnSpc>
              <a:spcBef>
                <a:spcPts val="1695"/>
              </a:spcBef>
            </a:pPr>
            <a:r>
              <a:rPr sz="2000" spc="5" dirty="0">
                <a:latin typeface="Candara"/>
                <a:cs typeface="Candara"/>
              </a:rPr>
              <a:t>$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35" dirty="0">
                <a:latin typeface="Candara"/>
                <a:cs typeface="Candara"/>
              </a:rPr>
              <a:t>h</a:t>
            </a:r>
            <a:r>
              <a:rPr sz="2000" spc="20" dirty="0">
                <a:latin typeface="Candara"/>
                <a:cs typeface="Candara"/>
              </a:rPr>
              <a:t>e</a:t>
            </a:r>
            <a:r>
              <a:rPr sz="2000" spc="-15" dirty="0">
                <a:latin typeface="Candara"/>
                <a:cs typeface="Candara"/>
              </a:rPr>
              <a:t>a</a:t>
            </a:r>
            <a:r>
              <a:rPr sz="2000" spc="10" dirty="0">
                <a:latin typeface="Candara"/>
                <a:cs typeface="Candara"/>
              </a:rPr>
              <a:t>d</a:t>
            </a:r>
            <a:r>
              <a:rPr sz="2000" spc="-19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-</a:t>
            </a:r>
            <a:r>
              <a:rPr sz="2000" spc="5" dirty="0">
                <a:latin typeface="Candara"/>
                <a:cs typeface="Candara"/>
              </a:rPr>
              <a:t>1</a:t>
            </a:r>
            <a:r>
              <a:rPr sz="2000" spc="-160" dirty="0">
                <a:latin typeface="Times New Roman"/>
                <a:cs typeface="Times New Roman"/>
              </a:rPr>
              <a:t> </a:t>
            </a:r>
            <a:r>
              <a:rPr sz="2000" spc="15" dirty="0">
                <a:latin typeface="Candara"/>
                <a:cs typeface="Candara"/>
              </a:rPr>
              <a:t>P</a:t>
            </a:r>
            <a:r>
              <a:rPr sz="2000" spc="-30" dirty="0">
                <a:latin typeface="Candara"/>
                <a:cs typeface="Candara"/>
              </a:rPr>
              <a:t>u</a:t>
            </a:r>
            <a:r>
              <a:rPr sz="2000" spc="40" dirty="0">
                <a:latin typeface="Candara"/>
                <a:cs typeface="Candara"/>
              </a:rPr>
              <a:t>n</a:t>
            </a:r>
            <a:r>
              <a:rPr sz="2000" spc="15" dirty="0">
                <a:latin typeface="Candara"/>
                <a:cs typeface="Candara"/>
              </a:rPr>
              <a:t>e</a:t>
            </a:r>
            <a:r>
              <a:rPr sz="2000" dirty="0">
                <a:latin typeface="Candara"/>
                <a:cs typeface="Candara"/>
              </a:rPr>
              <a:t>Em</a:t>
            </a:r>
            <a:r>
              <a:rPr sz="2000" spc="10" dirty="0">
                <a:latin typeface="Candara"/>
                <a:cs typeface="Candara"/>
              </a:rPr>
              <a:t>p</a:t>
            </a:r>
            <a:r>
              <a:rPr sz="2000" spc="-125" dirty="0">
                <a:latin typeface="Times New Roman"/>
                <a:cs typeface="Times New Roman"/>
              </a:rPr>
              <a:t> </a:t>
            </a:r>
            <a:r>
              <a:rPr sz="2000" spc="10" dirty="0">
                <a:latin typeface="Candara"/>
                <a:cs typeface="Candara"/>
              </a:rPr>
              <a:t>PKP</a:t>
            </a:r>
            <a:r>
              <a:rPr sz="2000" dirty="0">
                <a:latin typeface="Candara"/>
                <a:cs typeface="Candara"/>
              </a:rPr>
              <a:t>Em</a:t>
            </a:r>
            <a:r>
              <a:rPr sz="2000" spc="10" dirty="0">
                <a:latin typeface="Candara"/>
                <a:cs typeface="Candara"/>
              </a:rPr>
              <a:t>p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4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t</a:t>
            </a:r>
            <a:r>
              <a:rPr spc="-5" dirty="0"/>
              <a:t>ai</a:t>
            </a:r>
            <a:r>
              <a:rPr spc="5" dirty="0"/>
              <a:t>l</a:t>
            </a:r>
            <a:r>
              <a:rPr spc="-5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689430" y="1821545"/>
            <a:ext cx="7849234" cy="457200"/>
          </a:xfrm>
          <a:custGeom>
            <a:avLst/>
            <a:gdLst/>
            <a:ahLst/>
            <a:cxnLst/>
            <a:rect l="l" t="t" r="r" b="b"/>
            <a:pathLst>
              <a:path w="7849234" h="457200">
                <a:moveTo>
                  <a:pt x="0" y="76199"/>
                </a:moveTo>
                <a:lnTo>
                  <a:pt x="11634" y="35692"/>
                </a:lnTo>
                <a:lnTo>
                  <a:pt x="41922" y="8138"/>
                </a:lnTo>
                <a:lnTo>
                  <a:pt x="7772457" y="0"/>
                </a:lnTo>
                <a:lnTo>
                  <a:pt x="7786935" y="1402"/>
                </a:lnTo>
                <a:lnTo>
                  <a:pt x="7823877" y="19964"/>
                </a:lnTo>
                <a:lnTo>
                  <a:pt x="7845609" y="55016"/>
                </a:lnTo>
                <a:lnTo>
                  <a:pt x="7848657" y="380999"/>
                </a:lnTo>
                <a:lnTo>
                  <a:pt x="7847255" y="395477"/>
                </a:lnTo>
                <a:lnTo>
                  <a:pt x="7828601" y="432450"/>
                </a:lnTo>
                <a:lnTo>
                  <a:pt x="7793671" y="454151"/>
                </a:lnTo>
                <a:lnTo>
                  <a:pt x="76199" y="457199"/>
                </a:lnTo>
                <a:lnTo>
                  <a:pt x="61700" y="455828"/>
                </a:lnTo>
                <a:lnTo>
                  <a:pt x="24731" y="437144"/>
                </a:lnTo>
                <a:lnTo>
                  <a:pt x="3002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8447" y="2939156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46" y="8138"/>
                </a:lnTo>
                <a:lnTo>
                  <a:pt x="7772396" y="0"/>
                </a:lnTo>
                <a:lnTo>
                  <a:pt x="7786874" y="1402"/>
                </a:lnTo>
                <a:lnTo>
                  <a:pt x="7823816" y="19933"/>
                </a:lnTo>
                <a:lnTo>
                  <a:pt x="7845548" y="54985"/>
                </a:lnTo>
                <a:lnTo>
                  <a:pt x="7848596" y="380999"/>
                </a:lnTo>
                <a:lnTo>
                  <a:pt x="7847194" y="395477"/>
                </a:lnTo>
                <a:lnTo>
                  <a:pt x="7828662" y="432450"/>
                </a:lnTo>
                <a:lnTo>
                  <a:pt x="7793610" y="454151"/>
                </a:lnTo>
                <a:lnTo>
                  <a:pt x="76212" y="457199"/>
                </a:lnTo>
                <a:lnTo>
                  <a:pt x="61709" y="455797"/>
                </a:lnTo>
                <a:lnTo>
                  <a:pt x="24740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47485" y="3853565"/>
            <a:ext cx="7849234" cy="457200"/>
          </a:xfrm>
          <a:custGeom>
            <a:avLst/>
            <a:gdLst/>
            <a:ahLst/>
            <a:cxnLst/>
            <a:rect l="l" t="t" r="r" b="b"/>
            <a:pathLst>
              <a:path w="7849234" h="457200">
                <a:moveTo>
                  <a:pt x="0" y="76199"/>
                </a:moveTo>
                <a:lnTo>
                  <a:pt x="11634" y="35682"/>
                </a:lnTo>
                <a:lnTo>
                  <a:pt x="41934" y="8119"/>
                </a:lnTo>
                <a:lnTo>
                  <a:pt x="7772436" y="0"/>
                </a:lnTo>
                <a:lnTo>
                  <a:pt x="7786914" y="1392"/>
                </a:lnTo>
                <a:lnTo>
                  <a:pt x="7823886" y="20061"/>
                </a:lnTo>
                <a:lnTo>
                  <a:pt x="7845588" y="54982"/>
                </a:lnTo>
                <a:lnTo>
                  <a:pt x="7848636" y="380999"/>
                </a:lnTo>
                <a:lnTo>
                  <a:pt x="7847234" y="395477"/>
                </a:lnTo>
                <a:lnTo>
                  <a:pt x="7828580" y="432434"/>
                </a:lnTo>
                <a:lnTo>
                  <a:pt x="7793650" y="454151"/>
                </a:lnTo>
                <a:lnTo>
                  <a:pt x="76199" y="457199"/>
                </a:lnTo>
                <a:lnTo>
                  <a:pt x="61697" y="455794"/>
                </a:lnTo>
                <a:lnTo>
                  <a:pt x="24740" y="437125"/>
                </a:lnTo>
                <a:lnTo>
                  <a:pt x="3002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62000" y="50292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82"/>
                </a:lnTo>
                <a:lnTo>
                  <a:pt x="41922" y="8132"/>
                </a:lnTo>
                <a:lnTo>
                  <a:pt x="7772399" y="0"/>
                </a:lnTo>
                <a:lnTo>
                  <a:pt x="7786877" y="1392"/>
                </a:lnTo>
                <a:lnTo>
                  <a:pt x="7823850" y="20061"/>
                </a:lnTo>
                <a:lnTo>
                  <a:pt x="7845551" y="5499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34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138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77825" y="1184915"/>
            <a:ext cx="7663815" cy="42989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1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ul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w</a:t>
            </a:r>
            <a:r>
              <a:rPr sz="1800" b="1" spc="-7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17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90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oyee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880110">
              <a:lnSpc>
                <a:spcPct val="100000"/>
              </a:lnSpc>
              <a:spcBef>
                <a:spcPts val="1495"/>
              </a:spcBef>
            </a:pPr>
            <a:r>
              <a:rPr sz="1800" spc="25" dirty="0">
                <a:latin typeface="Candara"/>
                <a:cs typeface="Candara"/>
              </a:rPr>
              <a:t>$t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9"/>
              </a:spcBef>
            </a:pPr>
            <a:endParaRPr sz="225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2:</a:t>
            </a:r>
            <a:r>
              <a:rPr sz="1550" b="1" spc="-40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5" dirty="0">
                <a:latin typeface="Candara"/>
                <a:cs typeface="Candara"/>
              </a:rPr>
              <a:t>v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20"/>
              </a:spcBef>
              <a:buClr>
                <a:srgbClr val="009FE4"/>
              </a:buClr>
              <a:buFont typeface="Arial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908685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–</a:t>
            </a:r>
            <a:r>
              <a:rPr sz="1800" dirty="0">
                <a:latin typeface="Candara"/>
                <a:cs typeface="Candara"/>
              </a:rPr>
              <a:t>7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0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2"/>
              </a:spcBef>
            </a:pPr>
            <a:endParaRPr sz="165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Candara"/>
                <a:cs typeface="Candara"/>
              </a:rPr>
              <a:t>3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110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1</a:t>
            </a:r>
            <a:r>
              <a:rPr sz="1550" spc="110" dirty="0">
                <a:latin typeface="Candara"/>
                <a:cs typeface="Candara"/>
              </a:rPr>
              <a:t>0</a:t>
            </a:r>
            <a:r>
              <a:rPr sz="1575" spc="-7" baseline="21164" dirty="0">
                <a:latin typeface="Candara"/>
                <a:cs typeface="Candara"/>
              </a:rPr>
              <a:t>t</a:t>
            </a:r>
            <a:r>
              <a:rPr sz="1575" baseline="21164" dirty="0">
                <a:latin typeface="Candara"/>
                <a:cs typeface="Candara"/>
              </a:rPr>
              <a:t>h</a:t>
            </a:r>
            <a:r>
              <a:rPr sz="1575" spc="-15" baseline="21164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946785">
              <a:lnSpc>
                <a:spcPct val="100000"/>
              </a:lnSpc>
              <a:spcBef>
                <a:spcPts val="1345"/>
              </a:spcBef>
            </a:pPr>
            <a:r>
              <a:rPr sz="1800" spc="25" dirty="0">
                <a:latin typeface="Candara"/>
                <a:cs typeface="Candara"/>
              </a:rPr>
              <a:t>$t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+</a:t>
            </a:r>
            <a:r>
              <a:rPr sz="1800" spc="-35" dirty="0">
                <a:latin typeface="Candara"/>
                <a:cs typeface="Candara"/>
              </a:rPr>
              <a:t>1</a:t>
            </a:r>
            <a:r>
              <a:rPr sz="1800" dirty="0">
                <a:latin typeface="Candara"/>
                <a:cs typeface="Candara"/>
              </a:rPr>
              <a:t>0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44"/>
              </a:spcBef>
            </a:pPr>
            <a:endParaRPr sz="235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spc="-15" dirty="0">
                <a:latin typeface="Candara"/>
                <a:cs typeface="Candara"/>
              </a:rPr>
              <a:t>4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5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15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51"/>
              </a:spcBef>
            </a:pPr>
            <a:endParaRPr sz="230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l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10" dirty="0">
                <a:latin typeface="Candara"/>
                <a:cs typeface="Candara"/>
              </a:rPr>
              <a:t>5</a:t>
            </a:r>
            <a:r>
              <a:rPr sz="1800" dirty="0">
                <a:latin typeface="Candara"/>
                <a:cs typeface="Candara"/>
              </a:rPr>
              <a:t>c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5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5" dirty="0"/>
              <a:t>c</a:t>
            </a:r>
            <a:r>
              <a:rPr spc="20" dirty="0"/>
              <a:t>u</a:t>
            </a:r>
            <a:r>
              <a:rPr spc="5" dirty="0"/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676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035" y="1286769"/>
            <a:ext cx="5594350" cy="21704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cu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6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v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a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50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6"/>
              </a:spcBef>
              <a:buClr>
                <a:srgbClr val="009FE4"/>
              </a:buClr>
              <a:buFont typeface="Wingdings"/>
              <a:buChar char=""/>
            </a:pPr>
            <a:endParaRPr sz="1700">
              <a:latin typeface="Times New Roman"/>
              <a:cs typeface="Times New Roman"/>
            </a:endParaRPr>
          </a:p>
          <a:p>
            <a:pPr marL="803275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cu</a:t>
            </a:r>
            <a:r>
              <a:rPr sz="1800" spc="-10" dirty="0">
                <a:latin typeface="Candara"/>
                <a:cs typeface="Candar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114" dirty="0">
                <a:latin typeface="Candara"/>
                <a:cs typeface="Candara"/>
              </a:rPr>
              <a:t>[</a:t>
            </a:r>
            <a:r>
              <a:rPr sz="1800" spc="-40" dirty="0">
                <a:latin typeface="Candara"/>
                <a:cs typeface="Candara"/>
              </a:rPr>
              <a:t>op</a:t>
            </a:r>
            <a:r>
              <a:rPr sz="1800" spc="1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spc="-40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ns]</a:t>
            </a:r>
            <a:r>
              <a:rPr sz="1800" spc="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20" dirty="0">
                <a:latin typeface="Candara"/>
                <a:cs typeface="Candara"/>
              </a:rPr>
              <a:t>f</a:t>
            </a:r>
            <a:r>
              <a:rPr sz="1800" spc="-25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n</a:t>
            </a:r>
            <a:r>
              <a:rPr sz="1800" spc="0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&gt;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15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4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-c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30" dirty="0">
                <a:latin typeface="Candara"/>
                <a:cs typeface="Candara"/>
              </a:rPr>
              <a:t>ec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Candara"/>
                <a:cs typeface="Candara"/>
              </a:rPr>
              <a:t>c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30" dirty="0">
                <a:latin typeface="Candara"/>
                <a:cs typeface="Candara"/>
              </a:rPr>
              <a:t>ec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b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t</a:t>
            </a:r>
            <a:endParaRPr sz="120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85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spc="-5" dirty="0">
                <a:latin typeface="Candara"/>
                <a:cs typeface="Candara"/>
              </a:rPr>
              <a:t>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30" dirty="0">
                <a:latin typeface="Candara"/>
                <a:cs typeface="Candara"/>
              </a:rPr>
              <a:t>ec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-25" dirty="0">
                <a:latin typeface="Candara"/>
                <a:cs typeface="Candara"/>
              </a:rPr>
              <a:t>c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b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t</a:t>
            </a:r>
            <a:endParaRPr sz="120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85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8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r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Candara"/>
                <a:cs typeface="Candara"/>
              </a:rPr>
              <a:t>(</a:t>
            </a:r>
            <a:r>
              <a:rPr sz="1200" spc="15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u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5" dirty="0">
                <a:latin typeface="Candara"/>
                <a:cs typeface="Candara"/>
              </a:rPr>
              <a:t>t</a:t>
            </a:r>
            <a:r>
              <a:rPr sz="1200" spc="-135" dirty="0">
                <a:latin typeface="Times New Roman"/>
                <a:cs typeface="Times New Roman"/>
              </a:rPr>
              <a:t> 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5" dirty="0">
                <a:latin typeface="Candara"/>
                <a:cs typeface="Candara"/>
              </a:rPr>
              <a:t>b</a:t>
            </a:r>
            <a:r>
              <a:rPr sz="1200" dirty="0">
                <a:latin typeface="Candara"/>
                <a:cs typeface="Candara"/>
              </a:rPr>
              <a:t>)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>
                <a:solidFill>
                  <a:srgbClr val="7F7F7F"/>
                </a:solidFill>
                <a:latin typeface="Candara"/>
                <a:cs typeface="Candara"/>
              </a:rPr>
              <a:t>6</a:t>
            </a:fld>
            <a:r>
              <a:rPr sz="900" spc="2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5" dirty="0"/>
              <a:t>c</a:t>
            </a:r>
            <a:r>
              <a:rPr spc="20" dirty="0"/>
              <a:t>u</a:t>
            </a:r>
            <a:r>
              <a:rPr spc="5" dirty="0"/>
              <a:t>t</a:t>
            </a:r>
            <a:r>
              <a:rPr spc="-11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676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29718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991866" y="1232115"/>
            <a:ext cx="6268720" cy="21678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299085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20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100" dirty="0">
                <a:latin typeface="Candara"/>
                <a:cs typeface="Candara"/>
              </a:rPr>
              <a:t>2</a:t>
            </a:r>
            <a:r>
              <a:rPr sz="1575" spc="30" baseline="21164" dirty="0">
                <a:latin typeface="Candara"/>
                <a:cs typeface="Candara"/>
              </a:rPr>
              <a:t>n</a:t>
            </a:r>
            <a:r>
              <a:rPr sz="1575" baseline="21164" dirty="0">
                <a:latin typeface="Candara"/>
                <a:cs typeface="Candara"/>
              </a:rPr>
              <a:t>d</a:t>
            </a:r>
            <a:r>
              <a:rPr sz="1575" spc="-30" baseline="21164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3</a:t>
            </a:r>
            <a:r>
              <a:rPr sz="1575" baseline="21164" dirty="0">
                <a:latin typeface="Candara"/>
                <a:cs typeface="Candara"/>
              </a:rPr>
              <a:t>rd</a:t>
            </a:r>
            <a:r>
              <a:rPr sz="1575" baseline="21164" dirty="0">
                <a:latin typeface="Times New Roman"/>
                <a:cs typeface="Times New Roman"/>
              </a:rPr>
              <a:t> </a:t>
            </a:r>
            <a:r>
              <a:rPr sz="1575" spc="-195" baseline="21164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bo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k</a:t>
            </a:r>
            <a:r>
              <a:rPr sz="1550" spc="120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2"/>
              </a:spcBef>
              <a:buClr>
                <a:srgbClr val="009FE4"/>
              </a:buClr>
              <a:buFont typeface="Arial"/>
              <a:buChar char="–"/>
            </a:pPr>
            <a:endParaRPr sz="225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cu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10" dirty="0">
                <a:latin typeface="Candara"/>
                <a:cs typeface="Candara"/>
              </a:rPr>
              <a:t>"</a:t>
            </a:r>
            <a:r>
              <a:rPr sz="1800" spc="-5" dirty="0">
                <a:latin typeface="Candara"/>
                <a:cs typeface="Candara"/>
              </a:rPr>
              <a:t>|</a:t>
            </a:r>
            <a:r>
              <a:rPr sz="1800" dirty="0">
                <a:latin typeface="Candara"/>
                <a:cs typeface="Candara"/>
              </a:rPr>
              <a:t>"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10" dirty="0">
                <a:latin typeface="Candara"/>
                <a:cs typeface="Candara"/>
              </a:rPr>
              <a:t>2</a:t>
            </a:r>
            <a:r>
              <a:rPr sz="1800" spc="-5" dirty="0">
                <a:latin typeface="Candara"/>
                <a:cs typeface="Candara"/>
              </a:rPr>
              <a:t>,</a:t>
            </a:r>
            <a:r>
              <a:rPr sz="1800" dirty="0">
                <a:latin typeface="Candara"/>
                <a:cs typeface="Candara"/>
              </a:rPr>
              <a:t>3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bo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5" dirty="0">
                <a:latin typeface="Candara"/>
                <a:cs typeface="Candara"/>
              </a:rPr>
              <a:t>D</a:t>
            </a:r>
            <a:r>
              <a:rPr sz="1800" spc="-30" dirty="0">
                <a:latin typeface="Candara"/>
                <a:cs typeface="Candara"/>
              </a:rPr>
              <a:t>e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s.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800">
              <a:latin typeface="Times New Roman"/>
              <a:cs typeface="Times New Roman"/>
            </a:endParaRPr>
          </a:p>
          <a:p>
            <a:pPr marL="298450" marR="5080" indent="-285750">
              <a:lnSpc>
                <a:spcPct val="101000"/>
              </a:lnSpc>
              <a:spcBef>
                <a:spcPts val="1105"/>
              </a:spcBef>
              <a:buClr>
                <a:srgbClr val="009FE4"/>
              </a:buClr>
              <a:buFont typeface="Arial"/>
              <a:buChar char="–"/>
              <a:tabLst>
                <a:tab pos="299085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20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Candara"/>
                <a:cs typeface="Candara"/>
              </a:rPr>
              <a:t>2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6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1</a:t>
            </a:r>
            <a:r>
              <a:rPr sz="1575" spc="7" baseline="18518" dirty="0">
                <a:latin typeface="Candara"/>
                <a:cs typeface="Candara"/>
              </a:rPr>
              <a:t>s</a:t>
            </a:r>
            <a:r>
              <a:rPr sz="1575" baseline="18518" dirty="0">
                <a:latin typeface="Candara"/>
                <a:cs typeface="Candara"/>
              </a:rPr>
              <a:t>t</a:t>
            </a:r>
            <a:r>
              <a:rPr sz="1575" baseline="18518" dirty="0">
                <a:latin typeface="Times New Roman"/>
                <a:cs typeface="Times New Roman"/>
              </a:rPr>
              <a:t> </a:t>
            </a:r>
            <a:r>
              <a:rPr sz="1575" spc="-7" baseline="18518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4</a:t>
            </a:r>
            <a:r>
              <a:rPr sz="1575" baseline="18518" dirty="0">
                <a:latin typeface="Candara"/>
                <a:cs typeface="Candara"/>
              </a:rPr>
              <a:t>th</a:t>
            </a:r>
            <a:r>
              <a:rPr sz="1575" baseline="18518" dirty="0">
                <a:latin typeface="Times New Roman"/>
                <a:cs typeface="Times New Roman"/>
              </a:rPr>
              <a:t> </a:t>
            </a:r>
            <a:r>
              <a:rPr sz="1575" spc="-179" baseline="18518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3</a:t>
            </a:r>
            <a:r>
              <a:rPr sz="1550" spc="-20" dirty="0">
                <a:latin typeface="Candara"/>
                <a:cs typeface="Candara"/>
              </a:rPr>
              <a:t>1</a:t>
            </a:r>
            <a:r>
              <a:rPr sz="1575" spc="7" baseline="18518" dirty="0">
                <a:latin typeface="Candara"/>
                <a:cs typeface="Candara"/>
              </a:rPr>
              <a:t>s</a:t>
            </a:r>
            <a:r>
              <a:rPr sz="1575" baseline="18518" dirty="0">
                <a:latin typeface="Candara"/>
                <a:cs typeface="Candara"/>
              </a:rPr>
              <a:t>t</a:t>
            </a:r>
            <a:r>
              <a:rPr sz="1575" baseline="18518" dirty="0">
                <a:latin typeface="Times New Roman"/>
                <a:cs typeface="Times New Roman"/>
              </a:rPr>
              <a:t> </a:t>
            </a:r>
            <a:r>
              <a:rPr sz="1575" spc="-120" baseline="18518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3</a:t>
            </a:r>
            <a:r>
              <a:rPr sz="1550" spc="-20" dirty="0">
                <a:latin typeface="Candara"/>
                <a:cs typeface="Candara"/>
              </a:rPr>
              <a:t>5</a:t>
            </a:r>
            <a:r>
              <a:rPr sz="1575" baseline="18518" dirty="0">
                <a:latin typeface="Candara"/>
                <a:cs typeface="Candara"/>
              </a:rPr>
              <a:t>th</a:t>
            </a:r>
            <a:r>
              <a:rPr sz="1575" baseline="18518" dirty="0">
                <a:latin typeface="Times New Roman"/>
                <a:cs typeface="Times New Roman"/>
              </a:rPr>
              <a:t> </a:t>
            </a:r>
            <a:r>
              <a:rPr sz="1575" spc="-67" baseline="18518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b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15" dirty="0">
                <a:latin typeface="Candara"/>
                <a:cs typeface="Candara"/>
              </a:rPr>
              <a:t>k</a:t>
            </a:r>
            <a:r>
              <a:rPr sz="1550" spc="120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ls</a:t>
            </a:r>
            <a:r>
              <a:rPr sz="1550" spc="-20" dirty="0">
                <a:latin typeface="Candara"/>
                <a:cs typeface="Candara"/>
              </a:rPr>
              <a:t>.</a:t>
            </a:r>
            <a:r>
              <a:rPr sz="1550" spc="15" dirty="0">
                <a:latin typeface="Candara"/>
                <a:cs typeface="Candara"/>
              </a:rPr>
              <a:t>ls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346075">
              <a:lnSpc>
                <a:spcPct val="100000"/>
              </a:lnSpc>
              <a:spcBef>
                <a:spcPts val="1270"/>
              </a:spcBef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cu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-30" dirty="0">
                <a:latin typeface="Candara"/>
                <a:cs typeface="Candara"/>
              </a:rPr>
              <a:t>1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10" dirty="0">
                <a:latin typeface="Candara"/>
                <a:cs typeface="Candara"/>
              </a:rPr>
              <a:t>4</a:t>
            </a:r>
            <a:r>
              <a:rPr sz="1800" spc="-5" dirty="0">
                <a:latin typeface="Candara"/>
                <a:cs typeface="Candara"/>
              </a:rPr>
              <a:t>,</a:t>
            </a:r>
            <a:r>
              <a:rPr sz="1800" spc="25" dirty="0">
                <a:latin typeface="Candara"/>
                <a:cs typeface="Candara"/>
              </a:rPr>
              <a:t>3</a:t>
            </a:r>
            <a:r>
              <a:rPr sz="1800" spc="-35" dirty="0">
                <a:latin typeface="Candara"/>
                <a:cs typeface="Candara"/>
              </a:rPr>
              <a:t>1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25" dirty="0">
                <a:latin typeface="Candara"/>
                <a:cs typeface="Candara"/>
              </a:rPr>
              <a:t>3</a:t>
            </a:r>
            <a:r>
              <a:rPr sz="1800" dirty="0">
                <a:latin typeface="Candara"/>
                <a:cs typeface="Candara"/>
              </a:rPr>
              <a:t>5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5" dirty="0">
                <a:latin typeface="Candara"/>
                <a:cs typeface="Candara"/>
              </a:rPr>
              <a:t>D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7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p</a:t>
            </a:r>
            <a:r>
              <a:rPr spc="-5" dirty="0"/>
              <a:t>a</a:t>
            </a:r>
            <a:r>
              <a:rPr spc="120" dirty="0"/>
              <a:t>s</a:t>
            </a:r>
            <a:r>
              <a:rPr spc="-20" dirty="0"/>
              <a:t>t</a:t>
            </a:r>
            <a:r>
              <a:rPr spc="10" dirty="0"/>
              <a:t>e</a:t>
            </a:r>
            <a:r>
              <a:rPr spc="-24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26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35052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34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138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4724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82"/>
                </a:lnTo>
                <a:lnTo>
                  <a:pt x="41922" y="8132"/>
                </a:lnTo>
                <a:lnTo>
                  <a:pt x="7772399" y="0"/>
                </a:lnTo>
                <a:lnTo>
                  <a:pt x="7786877" y="1392"/>
                </a:lnTo>
                <a:lnTo>
                  <a:pt x="7823850" y="20061"/>
                </a:lnTo>
                <a:lnTo>
                  <a:pt x="7845551" y="5499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34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138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377825" y="1296294"/>
            <a:ext cx="7418070" cy="390842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zo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g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s.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FE4"/>
              </a:buClr>
              <a:buFont typeface="Wingdings"/>
              <a:buChar char=""/>
            </a:pPr>
            <a:endParaRPr sz="215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5" dirty="0">
                <a:latin typeface="Candara"/>
                <a:cs typeface="Candara"/>
              </a:rPr>
              <a:t>s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30" dirty="0">
                <a:latin typeface="Candara"/>
                <a:cs typeface="Candara"/>
              </a:rPr>
              <a:t>1</a:t>
            </a:r>
            <a:r>
              <a:rPr sz="1800" spc="-10" dirty="0">
                <a:latin typeface="Candara"/>
                <a:cs typeface="Candara"/>
              </a:rPr>
              <a:t>&gt;&lt;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2&gt;</a:t>
            </a:r>
            <a:r>
              <a:rPr sz="1800" spc="-15" dirty="0">
                <a:latin typeface="Candara"/>
                <a:cs typeface="Candara"/>
              </a:rPr>
              <a:t>&lt;</a:t>
            </a:r>
            <a:r>
              <a:rPr sz="1800" spc="3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&gt;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1090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114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11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(</a:t>
            </a:r>
            <a:r>
              <a:rPr sz="1550" spc="-20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)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48"/>
              </a:spcBef>
              <a:buClr>
                <a:srgbClr val="009FE4"/>
              </a:buClr>
              <a:buFont typeface="Arial"/>
              <a:buChar char="–"/>
            </a:pPr>
            <a:endParaRPr sz="200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buClr>
                <a:srgbClr val="009FE4"/>
              </a:buClr>
              <a:buFont typeface="Arial"/>
              <a:buChar char="–"/>
            </a:pPr>
            <a:endParaRPr sz="17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24"/>
              </a:spcBef>
              <a:buClr>
                <a:srgbClr val="009FE4"/>
              </a:buClr>
              <a:buFont typeface="Arial"/>
              <a:buChar char="–"/>
            </a:pPr>
            <a:endParaRPr sz="245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spc="10" dirty="0">
                <a:latin typeface="Candara"/>
                <a:cs typeface="Candara"/>
              </a:rPr>
              <a:t>u</a:t>
            </a:r>
            <a:r>
              <a:rPr sz="1800" spc="20" dirty="0">
                <a:latin typeface="Candara"/>
                <a:cs typeface="Candara"/>
              </a:rPr>
              <a:t>m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s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0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46"/>
              </a:spcBef>
            </a:pPr>
            <a:endParaRPr sz="150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30" dirty="0">
                <a:latin typeface="Candara"/>
                <a:cs typeface="Candara"/>
              </a:rPr>
              <a:t>m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75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2:</a:t>
            </a:r>
            <a:r>
              <a:rPr sz="1550" b="1" spc="-40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‘</a:t>
            </a:r>
            <a:r>
              <a:rPr sz="1550" spc="-20" dirty="0">
                <a:latin typeface="Candara"/>
                <a:cs typeface="Candara"/>
              </a:rPr>
              <a:t>|</a:t>
            </a:r>
            <a:r>
              <a:rPr sz="1550" dirty="0">
                <a:latin typeface="Candara"/>
                <a:cs typeface="Candara"/>
              </a:rPr>
              <a:t>’</a:t>
            </a:r>
            <a:r>
              <a:rPr sz="1550" spc="15" dirty="0">
                <a:latin typeface="Candara"/>
                <a:cs typeface="Candara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18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7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80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–</a:t>
            </a:r>
            <a:r>
              <a:rPr sz="1800" spc="-20" dirty="0">
                <a:latin typeface="Candara"/>
                <a:cs typeface="Candara"/>
              </a:rPr>
              <a:t>d</a:t>
            </a:r>
            <a:r>
              <a:rPr sz="1800" spc="-5" dirty="0">
                <a:latin typeface="Candara"/>
                <a:cs typeface="Candara"/>
              </a:rPr>
              <a:t>’</a:t>
            </a:r>
            <a:r>
              <a:rPr sz="1800" spc="25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’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s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20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40" dirty="0">
                <a:latin typeface="Candara"/>
                <a:cs typeface="Candara"/>
              </a:rPr>
              <a:t>l</a:t>
            </a:r>
            <a:r>
              <a:rPr sz="1800" spc="-5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403350">
              <a:lnSpc>
                <a:spcPct val="100000"/>
              </a:lnSpc>
            </a:pP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8</a:t>
            </a:fld>
            <a:r>
              <a:rPr sz="900" spc="25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20" dirty="0"/>
              <a:t>s</a:t>
            </a:r>
            <a:r>
              <a:rPr spc="30" dirty="0"/>
              <a:t>o</a:t>
            </a:r>
            <a:r>
              <a:rPr spc="-5" dirty="0"/>
              <a:t>r</a:t>
            </a:r>
            <a:r>
              <a:rPr spc="5" dirty="0"/>
              <a:t>t</a:t>
            </a:r>
            <a:r>
              <a:rPr spc="-19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7526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77825" y="1296294"/>
            <a:ext cx="5985510" cy="28702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ul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7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buClr>
                <a:srgbClr val="009FE4"/>
              </a:buClr>
              <a:buFont typeface="Wingdings"/>
              <a:buChar char=""/>
            </a:pPr>
            <a:endParaRPr sz="2150">
              <a:latin typeface="Times New Roman"/>
              <a:cs typeface="Times New Roman"/>
            </a:endParaRPr>
          </a:p>
          <a:p>
            <a:pPr marL="956310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-11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&lt;f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&gt;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500">
              <a:latin typeface="Times New Roman"/>
              <a:cs typeface="Times New Roman"/>
            </a:endParaRPr>
          </a:p>
          <a:p>
            <a:pPr marL="756285" lvl="1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114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29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r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v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13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o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r</a:t>
            </a:r>
            <a:endParaRPr sz="12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434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-n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0" dirty="0">
                <a:latin typeface="Candara"/>
                <a:cs typeface="Candara"/>
              </a:rPr>
              <a:t>N</a:t>
            </a:r>
            <a:r>
              <a:rPr sz="1200" spc="20" dirty="0">
                <a:latin typeface="Candara"/>
                <a:cs typeface="Candara"/>
              </a:rPr>
              <a:t>u</a:t>
            </a:r>
            <a:r>
              <a:rPr sz="1200" spc="-20" dirty="0">
                <a:latin typeface="Candara"/>
                <a:cs typeface="Candara"/>
              </a:rPr>
              <a:t>me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10" dirty="0">
                <a:latin typeface="Candara"/>
                <a:cs typeface="Candara"/>
              </a:rPr>
              <a:t>c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5" dirty="0">
                <a:latin typeface="Candara"/>
                <a:cs typeface="Candara"/>
              </a:rPr>
              <a:t>t</a:t>
            </a:r>
            <a:endParaRPr sz="12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285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spc="-5" dirty="0">
                <a:latin typeface="Candara"/>
                <a:cs typeface="Candara"/>
              </a:rPr>
              <a:t>f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Candara"/>
                <a:cs typeface="Candara"/>
              </a:rPr>
              <a:t>O</a:t>
            </a:r>
            <a:r>
              <a:rPr sz="1200" spc="-25" dirty="0">
                <a:latin typeface="Candara"/>
                <a:cs typeface="Candara"/>
              </a:rPr>
              <a:t>m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-5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15" dirty="0">
                <a:latin typeface="Candara"/>
                <a:cs typeface="Candara"/>
              </a:rPr>
              <a:t>h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114" dirty="0">
                <a:latin typeface="Candara"/>
                <a:cs typeface="Candara"/>
              </a:rPr>
              <a:t>ff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30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9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b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wee</a:t>
            </a:r>
            <a:r>
              <a:rPr sz="1200" spc="-10" dirty="0">
                <a:latin typeface="Candara"/>
                <a:cs typeface="Candara"/>
              </a:rPr>
              <a:t>n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U</a:t>
            </a:r>
            <a:r>
              <a:rPr sz="1200" dirty="0">
                <a:latin typeface="Candara"/>
                <a:cs typeface="Candara"/>
              </a:rPr>
              <a:t>p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-20" dirty="0">
                <a:latin typeface="Candara"/>
                <a:cs typeface="Candara"/>
              </a:rPr>
              <a:t>we</a:t>
            </a:r>
            <a:r>
              <a:rPr sz="1200" dirty="0">
                <a:latin typeface="Candara"/>
                <a:cs typeface="Candara"/>
              </a:rPr>
              <a:t>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Candara"/>
                <a:cs typeface="Candara"/>
              </a:rPr>
              <a:t>c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15" dirty="0">
                <a:latin typeface="Candara"/>
                <a:cs typeface="Candara"/>
              </a:rPr>
              <a:t>h</a:t>
            </a:r>
            <a:r>
              <a:rPr sz="1200" dirty="0">
                <a:latin typeface="Candara"/>
                <a:cs typeface="Candara"/>
              </a:rPr>
              <a:t>ab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5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285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spc="-5" dirty="0">
                <a:latin typeface="Candara"/>
                <a:cs typeface="Candara"/>
              </a:rPr>
              <a:t>t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-15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-25" dirty="0">
                <a:latin typeface="Candara"/>
                <a:cs typeface="Candara"/>
              </a:rPr>
              <a:t>c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4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d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r</a:t>
            </a:r>
            <a:endParaRPr sz="1200">
              <a:latin typeface="Candara"/>
              <a:cs typeface="Candara"/>
            </a:endParaRPr>
          </a:p>
          <a:p>
            <a:pPr marL="1156970" lvl="2" indent="-229235">
              <a:lnSpc>
                <a:spcPct val="100000"/>
              </a:lnSpc>
              <a:spcBef>
                <a:spcPts val="36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10" dirty="0">
                <a:latin typeface="Candara"/>
                <a:cs typeface="Candara"/>
              </a:rPr>
              <a:t>-</a:t>
            </a:r>
            <a:r>
              <a:rPr sz="1200" dirty="0">
                <a:latin typeface="Candara"/>
                <a:cs typeface="Candara"/>
              </a:rPr>
              <a:t>k</a:t>
            </a:r>
            <a:r>
              <a:rPr sz="1200" dirty="0">
                <a:latin typeface="Times New Roman"/>
                <a:cs typeface="Times New Roman"/>
              </a:rPr>
              <a:t> </a:t>
            </a:r>
            <a:r>
              <a:rPr sz="1200" spc="-6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:</a:t>
            </a:r>
            <a:r>
              <a:rPr sz="1200" spc="-8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-7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30" dirty="0">
                <a:latin typeface="Candara"/>
                <a:cs typeface="Candara"/>
              </a:rPr>
              <a:t>ec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45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5" dirty="0">
                <a:latin typeface="Candara"/>
                <a:cs typeface="Candara"/>
              </a:rPr>
              <a:t>l</a:t>
            </a:r>
            <a:r>
              <a:rPr sz="1200" spc="15" dirty="0">
                <a:latin typeface="Candara"/>
                <a:cs typeface="Candara"/>
              </a:rPr>
              <a:t>d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o</a:t>
            </a:r>
            <a:r>
              <a:rPr sz="1200" dirty="0">
                <a:latin typeface="Candara"/>
                <a:cs typeface="Candara"/>
              </a:rPr>
              <a:t>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-25" dirty="0">
                <a:latin typeface="Candara"/>
                <a:cs typeface="Candara"/>
              </a:rPr>
              <a:t>c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0" dirty="0">
                <a:latin typeface="Candara"/>
                <a:cs typeface="Candara"/>
              </a:rPr>
              <a:t>y</a:t>
            </a:r>
            <a:r>
              <a:rPr sz="1200" spc="-11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k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spc="-10" dirty="0">
                <a:latin typeface="Candara"/>
                <a:cs typeface="Candara"/>
              </a:rPr>
              <a:t>y</a:t>
            </a:r>
            <a:endParaRPr sz="12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310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30" dirty="0">
                <a:latin typeface="Candara"/>
                <a:cs typeface="Candara"/>
              </a:rPr>
              <a:t>x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2000" y="4800600"/>
            <a:ext cx="7848600" cy="631825"/>
          </a:xfrm>
          <a:custGeom>
            <a:avLst/>
            <a:gdLst/>
            <a:ahLst/>
            <a:cxnLst/>
            <a:rect l="l" t="t" r="r" b="b"/>
            <a:pathLst>
              <a:path w="7848600" h="631825">
                <a:moveTo>
                  <a:pt x="0" y="105287"/>
                </a:moveTo>
                <a:lnTo>
                  <a:pt x="8644" y="63377"/>
                </a:lnTo>
                <a:lnTo>
                  <a:pt x="32196" y="29468"/>
                </a:lnTo>
                <a:lnTo>
                  <a:pt x="66985" y="7238"/>
                </a:lnTo>
                <a:lnTo>
                  <a:pt x="7743321" y="0"/>
                </a:lnTo>
                <a:lnTo>
                  <a:pt x="7757921" y="1011"/>
                </a:lnTo>
                <a:lnTo>
                  <a:pt x="7797545" y="14990"/>
                </a:lnTo>
                <a:lnTo>
                  <a:pt x="7828025" y="42671"/>
                </a:lnTo>
                <a:lnTo>
                  <a:pt x="7845673" y="80522"/>
                </a:lnTo>
                <a:lnTo>
                  <a:pt x="7848599" y="526541"/>
                </a:lnTo>
                <a:lnTo>
                  <a:pt x="7847593" y="541151"/>
                </a:lnTo>
                <a:lnTo>
                  <a:pt x="7833603" y="580775"/>
                </a:lnTo>
                <a:lnTo>
                  <a:pt x="7805927" y="611255"/>
                </a:lnTo>
                <a:lnTo>
                  <a:pt x="7768071" y="628899"/>
                </a:lnTo>
                <a:lnTo>
                  <a:pt x="105311" y="631829"/>
                </a:lnTo>
                <a:lnTo>
                  <a:pt x="90690" y="630804"/>
                </a:lnTo>
                <a:lnTo>
                  <a:pt x="51066" y="616838"/>
                </a:lnTo>
                <a:lnTo>
                  <a:pt x="20598" y="589157"/>
                </a:lnTo>
                <a:lnTo>
                  <a:pt x="2941" y="551438"/>
                </a:lnTo>
                <a:lnTo>
                  <a:pt x="0" y="105287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328036" y="4927838"/>
            <a:ext cx="2738755" cy="52133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13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-11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10" dirty="0">
                <a:latin typeface="Candara"/>
                <a:cs typeface="Candara"/>
              </a:rPr>
              <a:t>"</a:t>
            </a:r>
            <a:r>
              <a:rPr sz="1800" spc="-5" dirty="0">
                <a:latin typeface="Candara"/>
                <a:cs typeface="Candara"/>
              </a:rPr>
              <a:t>|</a:t>
            </a:r>
            <a:r>
              <a:rPr sz="1800" dirty="0">
                <a:latin typeface="Candara"/>
                <a:cs typeface="Candara"/>
              </a:rPr>
              <a:t>"</a:t>
            </a:r>
            <a:r>
              <a:rPr sz="1800" spc="-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+</a:t>
            </a:r>
            <a:r>
              <a:rPr sz="1800" dirty="0">
                <a:latin typeface="Candara"/>
                <a:cs typeface="Candara"/>
              </a:rPr>
              <a:t>1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b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20" dirty="0">
                <a:latin typeface="Candara"/>
                <a:cs typeface="Candara"/>
              </a:rPr>
              <a:t>k</a:t>
            </a:r>
            <a:r>
              <a:rPr sz="1800" spc="-35" dirty="0">
                <a:latin typeface="Candara"/>
                <a:cs typeface="Candara"/>
              </a:rPr>
              <a:t>D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  <a:p>
            <a:pPr marL="12700">
              <a:lnSpc>
                <a:spcPts val="213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spc="-5" dirty="0">
                <a:latin typeface="Candara"/>
                <a:cs typeface="Candara"/>
              </a:rPr>
              <a:t>s</a:t>
            </a:r>
            <a:r>
              <a:rPr sz="1800" spc="-110" dirty="0">
                <a:latin typeface="Candara"/>
                <a:cs typeface="Candara"/>
              </a:rPr>
              <a:t>o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–</a:t>
            </a:r>
            <a:r>
              <a:rPr sz="1800" spc="20" dirty="0">
                <a:latin typeface="Candara"/>
                <a:cs typeface="Candara"/>
              </a:rPr>
              <a:t>k3</a:t>
            </a:r>
            <a:r>
              <a:rPr sz="1800" spc="-5" dirty="0">
                <a:latin typeface="Candara"/>
                <a:cs typeface="Candara"/>
              </a:rPr>
              <a:t>,</a:t>
            </a:r>
            <a:r>
              <a:rPr sz="1800" dirty="0">
                <a:latin typeface="Candara"/>
                <a:cs typeface="Candara"/>
              </a:rPr>
              <a:t>3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15" dirty="0">
                <a:latin typeface="Candara"/>
                <a:cs typeface="Candara"/>
              </a:rPr>
              <a:t>k</a:t>
            </a:r>
            <a:r>
              <a:rPr sz="1800" spc="-10" dirty="0">
                <a:latin typeface="Candara"/>
                <a:cs typeface="Candara"/>
              </a:rPr>
              <a:t>2</a:t>
            </a:r>
            <a:r>
              <a:rPr sz="1800" spc="-5" dirty="0">
                <a:latin typeface="Candara"/>
                <a:cs typeface="Candara"/>
              </a:rPr>
              <a:t>,</a:t>
            </a:r>
            <a:r>
              <a:rPr sz="1800" dirty="0">
                <a:latin typeface="Candara"/>
                <a:cs typeface="Candara"/>
              </a:rPr>
              <a:t>2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0" dirty="0">
                <a:latin typeface="Candara"/>
                <a:cs typeface="Candara"/>
              </a:rPr>
              <a:t>m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349375" y="6665522"/>
            <a:ext cx="1604010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900" dirty="0">
                <a:solidFill>
                  <a:srgbClr val="7F7F7F"/>
                </a:solidFill>
                <a:latin typeface="Candara"/>
                <a:cs typeface="Candara"/>
              </a:rPr>
              <a:t>9</a:t>
            </a:r>
            <a:r>
              <a:rPr sz="900" spc="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20" dirty="0"/>
              <a:t>u</a:t>
            </a:r>
            <a:r>
              <a:rPr spc="-5" dirty="0"/>
              <a:t>n</a:t>
            </a:r>
            <a:r>
              <a:rPr spc="-10" dirty="0"/>
              <a:t>i</a:t>
            </a:r>
            <a:r>
              <a:rPr spc="15" dirty="0"/>
              <a:t>q</a:t>
            </a:r>
            <a:r>
              <a:rPr spc="-13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47485" y="3962400"/>
            <a:ext cx="7849234" cy="457200"/>
          </a:xfrm>
          <a:custGeom>
            <a:avLst/>
            <a:gdLst/>
            <a:ahLst/>
            <a:cxnLst/>
            <a:rect l="l" t="t" r="r" b="b"/>
            <a:pathLst>
              <a:path w="7849234" h="457200">
                <a:moveTo>
                  <a:pt x="0" y="76199"/>
                </a:moveTo>
                <a:lnTo>
                  <a:pt x="11634" y="35682"/>
                </a:lnTo>
                <a:lnTo>
                  <a:pt x="41934" y="8132"/>
                </a:lnTo>
                <a:lnTo>
                  <a:pt x="7772436" y="0"/>
                </a:lnTo>
                <a:lnTo>
                  <a:pt x="7786914" y="1392"/>
                </a:lnTo>
                <a:lnTo>
                  <a:pt x="7823886" y="20061"/>
                </a:lnTo>
                <a:lnTo>
                  <a:pt x="7845588" y="54995"/>
                </a:lnTo>
                <a:lnTo>
                  <a:pt x="7848636" y="380999"/>
                </a:lnTo>
                <a:lnTo>
                  <a:pt x="7847234" y="395477"/>
                </a:lnTo>
                <a:lnTo>
                  <a:pt x="7828580" y="432434"/>
                </a:lnTo>
                <a:lnTo>
                  <a:pt x="7793650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40" y="437138"/>
                </a:lnTo>
                <a:lnTo>
                  <a:pt x="3002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035" y="1673865"/>
            <a:ext cx="7942580" cy="27063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marR="5080" indent="-342900">
              <a:lnSpc>
                <a:spcPct val="1008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u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q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6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tc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op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6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57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114" dirty="0">
                <a:latin typeface="Candara"/>
                <a:cs typeface="Candara"/>
              </a:rPr>
              <a:t>–</a:t>
            </a:r>
            <a:r>
              <a:rPr sz="1550" spc="5" dirty="0">
                <a:latin typeface="Candara"/>
                <a:cs typeface="Candara"/>
              </a:rPr>
              <a:t>u</a:t>
            </a:r>
            <a:r>
              <a:rPr sz="1550" spc="-11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n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114" dirty="0">
                <a:latin typeface="Candara"/>
                <a:cs typeface="Candara"/>
              </a:rPr>
              <a:t>–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13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op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5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54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c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18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v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a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30" dirty="0">
                <a:latin typeface="Candara"/>
                <a:cs typeface="Candara"/>
              </a:rPr>
              <a:t>rr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365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125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q</a:t>
            </a:r>
            <a:r>
              <a:rPr sz="1800" b="1" dirty="0">
                <a:latin typeface="Candara"/>
                <a:cs typeface="Candara"/>
              </a:rPr>
              <a:t>ue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11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2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25" dirty="0">
                <a:latin typeface="Candara"/>
                <a:cs typeface="Candara"/>
              </a:rPr>
              <a:t>e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40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5" dirty="0">
                <a:latin typeface="Candara"/>
                <a:cs typeface="Candara"/>
              </a:rPr>
              <a:t>q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v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00">
              <a:latin typeface="Times New Roman"/>
              <a:cs typeface="Times New Roman"/>
            </a:endParaRPr>
          </a:p>
          <a:p>
            <a:pPr marL="784860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dirty="0">
                <a:latin typeface="Candara"/>
                <a:cs typeface="Candara"/>
              </a:rPr>
              <a:t>q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d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10" dirty="0">
                <a:latin typeface="Candara"/>
                <a:cs typeface="Candara"/>
              </a:rPr>
              <a:t>st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49375" y="6665522"/>
            <a:ext cx="1642745" cy="1422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dirty="0">
                <a:solidFill>
                  <a:srgbClr val="7F7F7F"/>
                </a:solidFill>
                <a:latin typeface="Candara"/>
                <a:cs typeface="Candara"/>
              </a:rPr>
              <a:t>p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ry</a:t>
            </a:r>
            <a:r>
              <a:rPr sz="800" spc="-6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-20" dirty="0">
                <a:solidFill>
                  <a:srgbClr val="7F7F7F"/>
                </a:solidFill>
                <a:latin typeface="Candara"/>
                <a:cs typeface="Candara"/>
              </a:rPr>
              <a:t>a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-55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C</a:t>
            </a:r>
            <a:r>
              <a:rPr sz="800" spc="-5" dirty="0">
                <a:solidFill>
                  <a:srgbClr val="7F7F7F"/>
                </a:solidFill>
                <a:latin typeface="Candara"/>
                <a:cs typeface="Candara"/>
              </a:rPr>
              <a:t>o</a:t>
            </a:r>
            <a:r>
              <a:rPr sz="800" spc="10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25" dirty="0">
                <a:solidFill>
                  <a:srgbClr val="7F7F7F"/>
                </a:solidFill>
                <a:latin typeface="Candara"/>
                <a:cs typeface="Candara"/>
              </a:rPr>
              <a:t>f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d</a:t>
            </a:r>
            <a:r>
              <a:rPr sz="800" spc="35" dirty="0">
                <a:solidFill>
                  <a:srgbClr val="7F7F7F"/>
                </a:solidFill>
                <a:latin typeface="Candara"/>
                <a:cs typeface="Candara"/>
              </a:rPr>
              <a:t>e</a:t>
            </a:r>
            <a:r>
              <a:rPr sz="800" spc="15" dirty="0">
                <a:solidFill>
                  <a:srgbClr val="7F7F7F"/>
                </a:solidFill>
                <a:latin typeface="Candara"/>
                <a:cs typeface="Candara"/>
              </a:rPr>
              <a:t>n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t</a:t>
            </a:r>
            <a:r>
              <a:rPr sz="800" spc="-25" dirty="0">
                <a:solidFill>
                  <a:srgbClr val="7F7F7F"/>
                </a:solidFill>
                <a:latin typeface="Candara"/>
                <a:cs typeface="Candara"/>
              </a:rPr>
              <a:t>ia</a:t>
            </a:r>
            <a:r>
              <a:rPr sz="800" spc="5" dirty="0">
                <a:solidFill>
                  <a:srgbClr val="7F7F7F"/>
                </a:solidFill>
                <a:latin typeface="Candara"/>
                <a:cs typeface="Candara"/>
              </a:rPr>
              <a:t>l</a:t>
            </a:r>
            <a:r>
              <a:rPr sz="800" dirty="0">
                <a:solidFill>
                  <a:srgbClr val="7F7F7F"/>
                </a:solidFill>
                <a:latin typeface="Times New Roman"/>
                <a:cs typeface="Times New Roman"/>
              </a:rPr>
              <a:t>	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z="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900" spc="-20" dirty="0">
                <a:solidFill>
                  <a:srgbClr val="7F7F7F"/>
                </a:solidFill>
                <a:latin typeface="Candara"/>
                <a:cs typeface="Candara"/>
              </a:rPr>
              <a:t>1</a:t>
            </a:r>
            <a:r>
              <a:rPr sz="900" dirty="0">
                <a:solidFill>
                  <a:srgbClr val="7F7F7F"/>
                </a:solidFill>
                <a:latin typeface="Candara"/>
                <a:cs typeface="Candara"/>
              </a:rPr>
              <a:t>0</a:t>
            </a:r>
            <a:r>
              <a:rPr sz="900" spc="30" dirty="0">
                <a:solidFill>
                  <a:srgbClr val="7F7F7F"/>
                </a:solidFill>
                <a:latin typeface="Times New Roman"/>
                <a:cs typeface="Times New Roman"/>
              </a:rPr>
              <a:t> </a:t>
            </a:r>
            <a:r>
              <a:rPr sz="800"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48000" y="1447800"/>
            <a:ext cx="457200" cy="342900"/>
          </a:xfrm>
          <a:custGeom>
            <a:avLst/>
            <a:gdLst/>
            <a:ahLst/>
            <a:cxnLst/>
            <a:rect l="l" t="t" r="r" b="b"/>
            <a:pathLst>
              <a:path w="457200" h="342900">
                <a:moveTo>
                  <a:pt x="0" y="171449"/>
                </a:moveTo>
                <a:lnTo>
                  <a:pt x="6614" y="130180"/>
                </a:lnTo>
                <a:lnTo>
                  <a:pt x="25542" y="92567"/>
                </a:lnTo>
                <a:lnTo>
                  <a:pt x="54985" y="59801"/>
                </a:lnTo>
                <a:lnTo>
                  <a:pt x="93604" y="33009"/>
                </a:lnTo>
                <a:lnTo>
                  <a:pt x="139567" y="13472"/>
                </a:lnTo>
                <a:lnTo>
                  <a:pt x="191505" y="2285"/>
                </a:lnTo>
                <a:lnTo>
                  <a:pt x="228599" y="0"/>
                </a:lnTo>
                <a:lnTo>
                  <a:pt x="247406" y="518"/>
                </a:lnTo>
                <a:lnTo>
                  <a:pt x="300868" y="8747"/>
                </a:lnTo>
                <a:lnTo>
                  <a:pt x="348995" y="25664"/>
                </a:lnTo>
                <a:lnTo>
                  <a:pt x="390265" y="50170"/>
                </a:lnTo>
                <a:lnTo>
                  <a:pt x="422909" y="81137"/>
                </a:lnTo>
                <a:lnTo>
                  <a:pt x="445526" y="117226"/>
                </a:lnTo>
                <a:lnTo>
                  <a:pt x="456437" y="157337"/>
                </a:lnTo>
                <a:lnTo>
                  <a:pt x="457199" y="171449"/>
                </a:lnTo>
                <a:lnTo>
                  <a:pt x="456437" y="185531"/>
                </a:lnTo>
                <a:lnTo>
                  <a:pt x="445526" y="225673"/>
                </a:lnTo>
                <a:lnTo>
                  <a:pt x="422909" y="261731"/>
                </a:lnTo>
                <a:lnTo>
                  <a:pt x="390265" y="292729"/>
                </a:lnTo>
                <a:lnTo>
                  <a:pt x="348995" y="317235"/>
                </a:lnTo>
                <a:lnTo>
                  <a:pt x="300868" y="334121"/>
                </a:lnTo>
                <a:lnTo>
                  <a:pt x="247406" y="342381"/>
                </a:lnTo>
                <a:lnTo>
                  <a:pt x="228599" y="342899"/>
                </a:lnTo>
                <a:lnTo>
                  <a:pt x="209793" y="342381"/>
                </a:lnTo>
                <a:lnTo>
                  <a:pt x="156331" y="334121"/>
                </a:lnTo>
                <a:lnTo>
                  <a:pt x="108203" y="317235"/>
                </a:lnTo>
                <a:lnTo>
                  <a:pt x="66934" y="292729"/>
                </a:lnTo>
                <a:lnTo>
                  <a:pt x="34289" y="261731"/>
                </a:lnTo>
                <a:lnTo>
                  <a:pt x="11673" y="225673"/>
                </a:lnTo>
                <a:lnTo>
                  <a:pt x="761" y="185531"/>
                </a:lnTo>
                <a:lnTo>
                  <a:pt x="0" y="171449"/>
                </a:lnTo>
                <a:close/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4305300" y="1663689"/>
            <a:ext cx="342900" cy="1600200"/>
          </a:xfrm>
          <a:custGeom>
            <a:avLst/>
            <a:gdLst/>
            <a:ahLst/>
            <a:cxnLst/>
            <a:rect l="l" t="t" r="r" b="b"/>
            <a:pathLst>
              <a:path w="342900" h="1600200">
                <a:moveTo>
                  <a:pt x="0" y="0"/>
                </a:moveTo>
                <a:lnTo>
                  <a:pt x="0" y="1371599"/>
                </a:lnTo>
                <a:lnTo>
                  <a:pt x="518" y="1390406"/>
                </a:lnTo>
                <a:lnTo>
                  <a:pt x="8778" y="1443868"/>
                </a:lnTo>
                <a:lnTo>
                  <a:pt x="25664" y="1491995"/>
                </a:lnTo>
                <a:lnTo>
                  <a:pt x="50170" y="1533265"/>
                </a:lnTo>
                <a:lnTo>
                  <a:pt x="81168" y="1565909"/>
                </a:lnTo>
                <a:lnTo>
                  <a:pt x="117226" y="1588526"/>
                </a:lnTo>
                <a:lnTo>
                  <a:pt x="157368" y="1599437"/>
                </a:lnTo>
                <a:lnTo>
                  <a:pt x="171449" y="1600199"/>
                </a:lnTo>
                <a:lnTo>
                  <a:pt x="185562" y="1599437"/>
                </a:lnTo>
                <a:lnTo>
                  <a:pt x="225673" y="1588526"/>
                </a:lnTo>
                <a:lnTo>
                  <a:pt x="261762" y="1565909"/>
                </a:lnTo>
                <a:lnTo>
                  <a:pt x="292729" y="1533265"/>
                </a:lnTo>
                <a:lnTo>
                  <a:pt x="317235" y="1491995"/>
                </a:lnTo>
                <a:lnTo>
                  <a:pt x="334152" y="1443868"/>
                </a:lnTo>
                <a:lnTo>
                  <a:pt x="342381" y="1390406"/>
                </a:lnTo>
                <a:lnTo>
                  <a:pt x="342899" y="1371599"/>
                </a:lnTo>
                <a:lnTo>
                  <a:pt x="342899" y="228599"/>
                </a:lnTo>
                <a:lnTo>
                  <a:pt x="171449" y="228599"/>
                </a:lnTo>
                <a:lnTo>
                  <a:pt x="157368" y="227837"/>
                </a:lnTo>
                <a:lnTo>
                  <a:pt x="117226" y="216926"/>
                </a:lnTo>
                <a:lnTo>
                  <a:pt x="81168" y="194309"/>
                </a:lnTo>
                <a:lnTo>
                  <a:pt x="50170" y="161665"/>
                </a:lnTo>
                <a:lnTo>
                  <a:pt x="25664" y="120395"/>
                </a:lnTo>
                <a:lnTo>
                  <a:pt x="8778" y="72268"/>
                </a:lnTo>
                <a:lnTo>
                  <a:pt x="518" y="18806"/>
                </a:lnTo>
                <a:lnTo>
                  <a:pt x="0" y="0"/>
                </a:lnTo>
                <a:close/>
              </a:path>
            </a:pathLst>
          </a:custGeom>
          <a:solidFill>
            <a:srgbClr val="94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476750" y="1663689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71449" y="0"/>
                </a:moveTo>
                <a:lnTo>
                  <a:pt x="166512" y="54863"/>
                </a:lnTo>
                <a:lnTo>
                  <a:pt x="152278" y="105034"/>
                </a:lnTo>
                <a:lnTo>
                  <a:pt x="130180" y="148711"/>
                </a:lnTo>
                <a:lnTo>
                  <a:pt x="101224" y="184525"/>
                </a:lnTo>
                <a:lnTo>
                  <a:pt x="66812" y="210586"/>
                </a:lnTo>
                <a:lnTo>
                  <a:pt x="27828" y="225551"/>
                </a:lnTo>
                <a:lnTo>
                  <a:pt x="0" y="228599"/>
                </a:lnTo>
                <a:lnTo>
                  <a:pt x="171449" y="228599"/>
                </a:lnTo>
                <a:lnTo>
                  <a:pt x="171449" y="0"/>
                </a:lnTo>
                <a:close/>
              </a:path>
            </a:pathLst>
          </a:custGeom>
          <a:solidFill>
            <a:srgbClr val="94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305300" y="143508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171449" y="0"/>
                </a:moveTo>
                <a:lnTo>
                  <a:pt x="130180" y="6614"/>
                </a:lnTo>
                <a:lnTo>
                  <a:pt x="92598" y="25542"/>
                </a:lnTo>
                <a:lnTo>
                  <a:pt x="59832" y="54985"/>
                </a:lnTo>
                <a:lnTo>
                  <a:pt x="33009" y="93604"/>
                </a:lnTo>
                <a:lnTo>
                  <a:pt x="13472" y="139567"/>
                </a:lnTo>
                <a:lnTo>
                  <a:pt x="2285" y="191536"/>
                </a:lnTo>
                <a:lnTo>
                  <a:pt x="0" y="228599"/>
                </a:lnTo>
                <a:lnTo>
                  <a:pt x="518" y="247406"/>
                </a:lnTo>
                <a:lnTo>
                  <a:pt x="8778" y="300868"/>
                </a:lnTo>
                <a:lnTo>
                  <a:pt x="25664" y="348995"/>
                </a:lnTo>
                <a:lnTo>
                  <a:pt x="50170" y="390265"/>
                </a:lnTo>
                <a:lnTo>
                  <a:pt x="81168" y="422909"/>
                </a:lnTo>
                <a:lnTo>
                  <a:pt x="117226" y="445526"/>
                </a:lnTo>
                <a:lnTo>
                  <a:pt x="157368" y="456437"/>
                </a:lnTo>
                <a:lnTo>
                  <a:pt x="171449" y="457199"/>
                </a:lnTo>
                <a:lnTo>
                  <a:pt x="185562" y="456437"/>
                </a:lnTo>
                <a:lnTo>
                  <a:pt x="225673" y="445526"/>
                </a:lnTo>
                <a:lnTo>
                  <a:pt x="261762" y="422909"/>
                </a:lnTo>
                <a:lnTo>
                  <a:pt x="292729" y="390265"/>
                </a:lnTo>
                <a:lnTo>
                  <a:pt x="317235" y="348995"/>
                </a:lnTo>
                <a:lnTo>
                  <a:pt x="334152" y="300868"/>
                </a:lnTo>
                <a:lnTo>
                  <a:pt x="342381" y="247406"/>
                </a:lnTo>
                <a:lnTo>
                  <a:pt x="342899" y="228599"/>
                </a:lnTo>
                <a:lnTo>
                  <a:pt x="342381" y="209824"/>
                </a:lnTo>
                <a:lnTo>
                  <a:pt x="334152" y="156331"/>
                </a:lnTo>
                <a:lnTo>
                  <a:pt x="317235" y="108203"/>
                </a:lnTo>
                <a:lnTo>
                  <a:pt x="292729" y="66934"/>
                </a:lnTo>
                <a:lnTo>
                  <a:pt x="261762" y="34289"/>
                </a:lnTo>
                <a:lnTo>
                  <a:pt x="225673" y="11704"/>
                </a:lnTo>
                <a:lnTo>
                  <a:pt x="185562" y="761"/>
                </a:lnTo>
                <a:lnTo>
                  <a:pt x="171449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305300" y="1435089"/>
            <a:ext cx="342900" cy="457200"/>
          </a:xfrm>
          <a:custGeom>
            <a:avLst/>
            <a:gdLst/>
            <a:ahLst/>
            <a:cxnLst/>
            <a:rect l="l" t="t" r="r" b="b"/>
            <a:pathLst>
              <a:path w="342900" h="457200">
                <a:moveTo>
                  <a:pt x="342899" y="228599"/>
                </a:moveTo>
                <a:lnTo>
                  <a:pt x="337962" y="283463"/>
                </a:lnTo>
                <a:lnTo>
                  <a:pt x="323728" y="333634"/>
                </a:lnTo>
                <a:lnTo>
                  <a:pt x="301630" y="377311"/>
                </a:lnTo>
                <a:lnTo>
                  <a:pt x="272674" y="413125"/>
                </a:lnTo>
                <a:lnTo>
                  <a:pt x="238262" y="439186"/>
                </a:lnTo>
                <a:lnTo>
                  <a:pt x="199278" y="454151"/>
                </a:lnTo>
                <a:lnTo>
                  <a:pt x="171449" y="457199"/>
                </a:lnTo>
                <a:lnTo>
                  <a:pt x="157368" y="456437"/>
                </a:lnTo>
                <a:lnTo>
                  <a:pt x="117226" y="445526"/>
                </a:lnTo>
                <a:lnTo>
                  <a:pt x="81168" y="422909"/>
                </a:lnTo>
                <a:lnTo>
                  <a:pt x="50170" y="390265"/>
                </a:lnTo>
                <a:lnTo>
                  <a:pt x="25664" y="348995"/>
                </a:lnTo>
                <a:lnTo>
                  <a:pt x="8778" y="300868"/>
                </a:lnTo>
                <a:lnTo>
                  <a:pt x="518" y="247406"/>
                </a:lnTo>
                <a:lnTo>
                  <a:pt x="0" y="228599"/>
                </a:lnTo>
                <a:lnTo>
                  <a:pt x="518" y="209824"/>
                </a:lnTo>
                <a:lnTo>
                  <a:pt x="8778" y="156331"/>
                </a:lnTo>
                <a:lnTo>
                  <a:pt x="25664" y="108203"/>
                </a:lnTo>
                <a:lnTo>
                  <a:pt x="50170" y="66934"/>
                </a:lnTo>
                <a:lnTo>
                  <a:pt x="81168" y="34289"/>
                </a:lnTo>
                <a:lnTo>
                  <a:pt x="117226" y="11704"/>
                </a:lnTo>
                <a:lnTo>
                  <a:pt x="157368" y="761"/>
                </a:lnTo>
                <a:lnTo>
                  <a:pt x="171449" y="0"/>
                </a:lnTo>
                <a:lnTo>
                  <a:pt x="185562" y="761"/>
                </a:lnTo>
                <a:lnTo>
                  <a:pt x="225673" y="11704"/>
                </a:lnTo>
                <a:lnTo>
                  <a:pt x="261762" y="34289"/>
                </a:lnTo>
                <a:lnTo>
                  <a:pt x="292729" y="66934"/>
                </a:lnTo>
                <a:lnTo>
                  <a:pt x="317235" y="108203"/>
                </a:lnTo>
                <a:lnTo>
                  <a:pt x="334152" y="156331"/>
                </a:lnTo>
                <a:lnTo>
                  <a:pt x="342381" y="209824"/>
                </a:lnTo>
                <a:lnTo>
                  <a:pt x="342899" y="228599"/>
                </a:lnTo>
                <a:close/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4305300" y="1663689"/>
            <a:ext cx="342900" cy="1600200"/>
          </a:xfrm>
          <a:custGeom>
            <a:avLst/>
            <a:gdLst/>
            <a:ahLst/>
            <a:cxnLst/>
            <a:rect l="l" t="t" r="r" b="b"/>
            <a:pathLst>
              <a:path w="342900" h="1600200">
                <a:moveTo>
                  <a:pt x="342899" y="0"/>
                </a:moveTo>
                <a:lnTo>
                  <a:pt x="342899" y="1371599"/>
                </a:lnTo>
                <a:lnTo>
                  <a:pt x="342381" y="1390406"/>
                </a:lnTo>
                <a:lnTo>
                  <a:pt x="334152" y="1443868"/>
                </a:lnTo>
                <a:lnTo>
                  <a:pt x="317235" y="1491995"/>
                </a:lnTo>
                <a:lnTo>
                  <a:pt x="292729" y="1533265"/>
                </a:lnTo>
                <a:lnTo>
                  <a:pt x="261762" y="1565909"/>
                </a:lnTo>
                <a:lnTo>
                  <a:pt x="225673" y="1588526"/>
                </a:lnTo>
                <a:lnTo>
                  <a:pt x="185562" y="1599437"/>
                </a:lnTo>
                <a:lnTo>
                  <a:pt x="171449" y="1600199"/>
                </a:lnTo>
                <a:lnTo>
                  <a:pt x="157368" y="1599437"/>
                </a:lnTo>
                <a:lnTo>
                  <a:pt x="117226" y="1588526"/>
                </a:lnTo>
                <a:lnTo>
                  <a:pt x="81168" y="1565909"/>
                </a:lnTo>
                <a:lnTo>
                  <a:pt x="50170" y="1533265"/>
                </a:lnTo>
                <a:lnTo>
                  <a:pt x="25664" y="1491995"/>
                </a:lnTo>
                <a:lnTo>
                  <a:pt x="8778" y="1443868"/>
                </a:lnTo>
                <a:lnTo>
                  <a:pt x="518" y="1390406"/>
                </a:lnTo>
                <a:lnTo>
                  <a:pt x="0" y="1371599"/>
                </a:lnTo>
                <a:lnTo>
                  <a:pt x="0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48000" y="1435089"/>
            <a:ext cx="2529840" cy="342900"/>
          </a:xfrm>
          <a:custGeom>
            <a:avLst/>
            <a:gdLst/>
            <a:ahLst/>
            <a:cxnLst/>
            <a:rect l="l" t="t" r="r" b="b"/>
            <a:pathLst>
              <a:path w="2529840" h="342900">
                <a:moveTo>
                  <a:pt x="2529474" y="0"/>
                </a:moveTo>
                <a:lnTo>
                  <a:pt x="213756" y="0"/>
                </a:lnTo>
                <a:lnTo>
                  <a:pt x="196230" y="518"/>
                </a:lnTo>
                <a:lnTo>
                  <a:pt x="146182" y="8778"/>
                </a:lnTo>
                <a:lnTo>
                  <a:pt x="101102" y="25664"/>
                </a:lnTo>
                <a:lnTo>
                  <a:pt x="62605" y="50170"/>
                </a:lnTo>
                <a:lnTo>
                  <a:pt x="32003" y="81168"/>
                </a:lnTo>
                <a:lnTo>
                  <a:pt x="10911" y="117226"/>
                </a:lnTo>
                <a:lnTo>
                  <a:pt x="761" y="157368"/>
                </a:lnTo>
                <a:lnTo>
                  <a:pt x="0" y="171449"/>
                </a:lnTo>
                <a:lnTo>
                  <a:pt x="761" y="185562"/>
                </a:lnTo>
                <a:lnTo>
                  <a:pt x="10911" y="225673"/>
                </a:lnTo>
                <a:lnTo>
                  <a:pt x="32003" y="261762"/>
                </a:lnTo>
                <a:lnTo>
                  <a:pt x="62605" y="292729"/>
                </a:lnTo>
                <a:lnTo>
                  <a:pt x="101102" y="317266"/>
                </a:lnTo>
                <a:lnTo>
                  <a:pt x="146182" y="334152"/>
                </a:lnTo>
                <a:lnTo>
                  <a:pt x="196230" y="342259"/>
                </a:lnTo>
                <a:lnTo>
                  <a:pt x="213756" y="342899"/>
                </a:lnTo>
                <a:lnTo>
                  <a:pt x="2529474" y="342899"/>
                </a:lnTo>
                <a:lnTo>
                  <a:pt x="2511948" y="342259"/>
                </a:lnTo>
                <a:lnTo>
                  <a:pt x="2494787" y="340613"/>
                </a:lnTo>
                <a:lnTo>
                  <a:pt x="2446263" y="329458"/>
                </a:lnTo>
                <a:lnTo>
                  <a:pt x="2403347" y="309890"/>
                </a:lnTo>
                <a:lnTo>
                  <a:pt x="2367290" y="283098"/>
                </a:lnTo>
                <a:lnTo>
                  <a:pt x="2339736" y="250332"/>
                </a:lnTo>
                <a:lnTo>
                  <a:pt x="2322057" y="212719"/>
                </a:lnTo>
                <a:lnTo>
                  <a:pt x="2315839" y="171449"/>
                </a:lnTo>
                <a:lnTo>
                  <a:pt x="2316601" y="157368"/>
                </a:lnTo>
                <a:lnTo>
                  <a:pt x="2326782" y="117226"/>
                </a:lnTo>
                <a:lnTo>
                  <a:pt x="2347843" y="81168"/>
                </a:lnTo>
                <a:lnTo>
                  <a:pt x="2378445" y="50170"/>
                </a:lnTo>
                <a:lnTo>
                  <a:pt x="2416942" y="25664"/>
                </a:lnTo>
                <a:lnTo>
                  <a:pt x="2461900" y="8778"/>
                </a:lnTo>
                <a:lnTo>
                  <a:pt x="2511948" y="518"/>
                </a:lnTo>
                <a:lnTo>
                  <a:pt x="2529474" y="0"/>
                </a:lnTo>
                <a:close/>
              </a:path>
            </a:pathLst>
          </a:custGeom>
          <a:solidFill>
            <a:srgbClr val="94949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3839" y="1435089"/>
            <a:ext cx="427355" cy="342900"/>
          </a:xfrm>
          <a:custGeom>
            <a:avLst/>
            <a:gdLst/>
            <a:ahLst/>
            <a:cxnLst/>
            <a:rect l="l" t="t" r="r" b="b"/>
            <a:pathLst>
              <a:path w="427354" h="342900">
                <a:moveTo>
                  <a:pt x="213634" y="0"/>
                </a:moveTo>
                <a:lnTo>
                  <a:pt x="162305" y="4968"/>
                </a:lnTo>
                <a:lnTo>
                  <a:pt x="115458" y="19171"/>
                </a:lnTo>
                <a:lnTo>
                  <a:pt x="74554" y="41269"/>
                </a:lnTo>
                <a:lnTo>
                  <a:pt x="41269" y="70103"/>
                </a:lnTo>
                <a:lnTo>
                  <a:pt x="16763" y="104668"/>
                </a:lnTo>
                <a:lnTo>
                  <a:pt x="2804" y="143652"/>
                </a:lnTo>
                <a:lnTo>
                  <a:pt x="0" y="171449"/>
                </a:lnTo>
                <a:lnTo>
                  <a:pt x="761" y="185562"/>
                </a:lnTo>
                <a:lnTo>
                  <a:pt x="10942" y="225673"/>
                </a:lnTo>
                <a:lnTo>
                  <a:pt x="32003" y="261762"/>
                </a:lnTo>
                <a:lnTo>
                  <a:pt x="62605" y="292729"/>
                </a:lnTo>
                <a:lnTo>
                  <a:pt x="101102" y="317266"/>
                </a:lnTo>
                <a:lnTo>
                  <a:pt x="146060" y="334152"/>
                </a:lnTo>
                <a:lnTo>
                  <a:pt x="196108" y="342259"/>
                </a:lnTo>
                <a:lnTo>
                  <a:pt x="213634" y="342899"/>
                </a:lnTo>
                <a:lnTo>
                  <a:pt x="231160" y="342259"/>
                </a:lnTo>
                <a:lnTo>
                  <a:pt x="281177" y="334152"/>
                </a:lnTo>
                <a:lnTo>
                  <a:pt x="326257" y="317266"/>
                </a:lnTo>
                <a:lnTo>
                  <a:pt x="364754" y="292729"/>
                </a:lnTo>
                <a:lnTo>
                  <a:pt x="395356" y="261762"/>
                </a:lnTo>
                <a:lnTo>
                  <a:pt x="416448" y="225673"/>
                </a:lnTo>
                <a:lnTo>
                  <a:pt x="426598" y="185562"/>
                </a:lnTo>
                <a:lnTo>
                  <a:pt x="427360" y="171449"/>
                </a:lnTo>
                <a:lnTo>
                  <a:pt x="426598" y="157368"/>
                </a:lnTo>
                <a:lnTo>
                  <a:pt x="416448" y="117226"/>
                </a:lnTo>
                <a:lnTo>
                  <a:pt x="395356" y="81168"/>
                </a:lnTo>
                <a:lnTo>
                  <a:pt x="364754" y="50170"/>
                </a:lnTo>
                <a:lnTo>
                  <a:pt x="326257" y="25664"/>
                </a:lnTo>
                <a:lnTo>
                  <a:pt x="281177" y="8778"/>
                </a:lnTo>
                <a:lnTo>
                  <a:pt x="231160" y="518"/>
                </a:lnTo>
                <a:lnTo>
                  <a:pt x="213634" y="0"/>
                </a:lnTo>
                <a:close/>
              </a:path>
            </a:pathLst>
          </a:custGeom>
          <a:solidFill>
            <a:srgbClr val="C0C0C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5363839" y="1435089"/>
            <a:ext cx="427355" cy="342900"/>
          </a:xfrm>
          <a:custGeom>
            <a:avLst/>
            <a:gdLst/>
            <a:ahLst/>
            <a:cxnLst/>
            <a:rect l="l" t="t" r="r" b="b"/>
            <a:pathLst>
              <a:path w="427354" h="342900">
                <a:moveTo>
                  <a:pt x="213634" y="342899"/>
                </a:moveTo>
                <a:lnTo>
                  <a:pt x="162305" y="337962"/>
                </a:lnTo>
                <a:lnTo>
                  <a:pt x="115458" y="323728"/>
                </a:lnTo>
                <a:lnTo>
                  <a:pt x="74554" y="301630"/>
                </a:lnTo>
                <a:lnTo>
                  <a:pt x="41269" y="272674"/>
                </a:lnTo>
                <a:lnTo>
                  <a:pt x="16763" y="238262"/>
                </a:lnTo>
                <a:lnTo>
                  <a:pt x="2804" y="199278"/>
                </a:lnTo>
                <a:lnTo>
                  <a:pt x="0" y="171449"/>
                </a:lnTo>
                <a:lnTo>
                  <a:pt x="761" y="157368"/>
                </a:lnTo>
                <a:lnTo>
                  <a:pt x="10942" y="117226"/>
                </a:lnTo>
                <a:lnTo>
                  <a:pt x="32003" y="81168"/>
                </a:lnTo>
                <a:lnTo>
                  <a:pt x="62605" y="50170"/>
                </a:lnTo>
                <a:lnTo>
                  <a:pt x="101102" y="25664"/>
                </a:lnTo>
                <a:lnTo>
                  <a:pt x="146060" y="8778"/>
                </a:lnTo>
                <a:lnTo>
                  <a:pt x="196108" y="518"/>
                </a:lnTo>
                <a:lnTo>
                  <a:pt x="213634" y="0"/>
                </a:lnTo>
                <a:lnTo>
                  <a:pt x="231160" y="518"/>
                </a:lnTo>
                <a:lnTo>
                  <a:pt x="281177" y="8778"/>
                </a:lnTo>
                <a:lnTo>
                  <a:pt x="326257" y="25664"/>
                </a:lnTo>
                <a:lnTo>
                  <a:pt x="364754" y="50170"/>
                </a:lnTo>
                <a:lnTo>
                  <a:pt x="395356" y="81168"/>
                </a:lnTo>
                <a:lnTo>
                  <a:pt x="416448" y="117226"/>
                </a:lnTo>
                <a:lnTo>
                  <a:pt x="426598" y="157368"/>
                </a:lnTo>
                <a:lnTo>
                  <a:pt x="427360" y="171449"/>
                </a:lnTo>
                <a:lnTo>
                  <a:pt x="426598" y="185562"/>
                </a:lnTo>
                <a:lnTo>
                  <a:pt x="416448" y="225673"/>
                </a:lnTo>
                <a:lnTo>
                  <a:pt x="395356" y="261762"/>
                </a:lnTo>
                <a:lnTo>
                  <a:pt x="364754" y="292729"/>
                </a:lnTo>
                <a:lnTo>
                  <a:pt x="326257" y="317266"/>
                </a:lnTo>
                <a:lnTo>
                  <a:pt x="281177" y="334152"/>
                </a:lnTo>
                <a:lnTo>
                  <a:pt x="231160" y="342259"/>
                </a:lnTo>
                <a:lnTo>
                  <a:pt x="213634" y="342899"/>
                </a:lnTo>
                <a:close/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48000" y="1435089"/>
            <a:ext cx="2529840" cy="342900"/>
          </a:xfrm>
          <a:custGeom>
            <a:avLst/>
            <a:gdLst/>
            <a:ahLst/>
            <a:cxnLst/>
            <a:rect l="l" t="t" r="r" b="b"/>
            <a:pathLst>
              <a:path w="2529840" h="342900">
                <a:moveTo>
                  <a:pt x="2529474" y="342899"/>
                </a:moveTo>
                <a:lnTo>
                  <a:pt x="213756" y="342899"/>
                </a:lnTo>
                <a:lnTo>
                  <a:pt x="196230" y="342259"/>
                </a:lnTo>
                <a:lnTo>
                  <a:pt x="146182" y="334152"/>
                </a:lnTo>
                <a:lnTo>
                  <a:pt x="101102" y="317266"/>
                </a:lnTo>
                <a:lnTo>
                  <a:pt x="62605" y="292729"/>
                </a:lnTo>
                <a:lnTo>
                  <a:pt x="32003" y="261762"/>
                </a:lnTo>
                <a:lnTo>
                  <a:pt x="10911" y="225673"/>
                </a:lnTo>
                <a:lnTo>
                  <a:pt x="761" y="185562"/>
                </a:lnTo>
                <a:lnTo>
                  <a:pt x="0" y="171449"/>
                </a:lnTo>
                <a:lnTo>
                  <a:pt x="761" y="157368"/>
                </a:lnTo>
                <a:lnTo>
                  <a:pt x="10911" y="117226"/>
                </a:lnTo>
                <a:lnTo>
                  <a:pt x="32003" y="81168"/>
                </a:lnTo>
                <a:lnTo>
                  <a:pt x="62605" y="50170"/>
                </a:lnTo>
                <a:lnTo>
                  <a:pt x="101102" y="25664"/>
                </a:lnTo>
                <a:lnTo>
                  <a:pt x="146182" y="8778"/>
                </a:lnTo>
                <a:lnTo>
                  <a:pt x="196230" y="518"/>
                </a:lnTo>
                <a:lnTo>
                  <a:pt x="213756" y="0"/>
                </a:lnTo>
                <a:lnTo>
                  <a:pt x="2529474" y="0"/>
                </a:lnTo>
              </a:path>
            </a:pathLst>
          </a:custGeom>
          <a:ln w="9534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144909" y="1493374"/>
            <a:ext cx="1480820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spc="-5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d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r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d</a:t>
            </a:r>
            <a:r>
              <a:rPr sz="1800" spc="-9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spc="-5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p</a:t>
            </a:r>
            <a:r>
              <a:rPr sz="1800" spc="5" dirty="0">
                <a:solidFill>
                  <a:srgbClr val="1F477B"/>
                </a:solidFill>
                <a:latin typeface="Candara"/>
                <a:cs typeface="Candara"/>
              </a:rPr>
              <a:t>u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65905" y="1483468"/>
            <a:ext cx="914400" cy="5314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00899"/>
              </a:lnSpc>
            </a:pP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30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spc="-5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d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r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d</a:t>
            </a:r>
            <a:r>
              <a:rPr sz="180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spc="5" dirty="0">
                <a:solidFill>
                  <a:srgbClr val="1F477B"/>
                </a:solidFill>
                <a:latin typeface="Candara"/>
                <a:cs typeface="Candara"/>
              </a:rPr>
              <a:t>u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p</a:t>
            </a:r>
            <a:r>
              <a:rPr sz="1800" spc="5" dirty="0">
                <a:solidFill>
                  <a:srgbClr val="1F477B"/>
                </a:solidFill>
                <a:latin typeface="Candara"/>
                <a:cs typeface="Candara"/>
              </a:rPr>
              <a:t>u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68067" y="3556491"/>
            <a:ext cx="7282180" cy="1303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R="542290" algn="ctr">
              <a:lnSpc>
                <a:spcPct val="100000"/>
              </a:lnSpc>
            </a:pPr>
            <a:r>
              <a:rPr sz="1800" spc="20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spc="10" dirty="0">
                <a:solidFill>
                  <a:srgbClr val="1F477B"/>
                </a:solidFill>
                <a:latin typeface="Candara"/>
                <a:cs typeface="Candara"/>
              </a:rPr>
              <a:t>u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-30" dirty="0">
                <a:solidFill>
                  <a:srgbClr val="1F477B"/>
                </a:solidFill>
                <a:latin typeface="Candara"/>
                <a:cs typeface="Candara"/>
              </a:rPr>
              <a:t>p</a:t>
            </a:r>
            <a:r>
              <a:rPr sz="1800" spc="10" dirty="0">
                <a:solidFill>
                  <a:srgbClr val="1F477B"/>
                </a:solidFill>
                <a:latin typeface="Candara"/>
                <a:cs typeface="Candara"/>
              </a:rPr>
              <a:t>u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-1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f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7"/>
              </a:spcBef>
            </a:pPr>
            <a:endParaRPr sz="195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Clr>
                <a:srgbClr val="009FE4"/>
              </a:buClr>
              <a:buFont typeface="Wingdings"/>
              <a:buChar char=""/>
              <a:tabLst>
                <a:tab pos="241935" algn="l"/>
              </a:tabLst>
            </a:pPr>
            <a:r>
              <a:rPr sz="1800" spc="-16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spc="-18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d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spc="-10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-30" dirty="0">
                <a:solidFill>
                  <a:srgbClr val="1F477B"/>
                </a:solidFill>
                <a:latin typeface="Candara"/>
                <a:cs typeface="Candara"/>
              </a:rPr>
              <a:t>p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y</a:t>
            </a:r>
            <a:r>
              <a:rPr sz="1800" spc="-1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10" dirty="0">
                <a:solidFill>
                  <a:srgbClr val="1F477B"/>
                </a:solidFill>
                <a:latin typeface="Candara"/>
                <a:cs typeface="Candara"/>
              </a:rPr>
              <a:t>c</a:t>
            </a:r>
            <a:r>
              <a:rPr sz="1800" spc="-35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-16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f</a:t>
            </a:r>
            <a:r>
              <a:rPr sz="1800" spc="-9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f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spc="40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spc="-2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spc="20" dirty="0">
                <a:solidFill>
                  <a:srgbClr val="1F477B"/>
                </a:solidFill>
                <a:latin typeface="Candara"/>
                <a:cs typeface="Candara"/>
              </a:rPr>
              <a:t>m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p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spc="-35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y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spc="-10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1F477B"/>
                </a:solidFill>
                <a:latin typeface="Candara"/>
                <a:cs typeface="Candara"/>
              </a:rPr>
              <a:t>o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8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10" dirty="0">
                <a:solidFill>
                  <a:srgbClr val="1F477B"/>
                </a:solidFill>
                <a:latin typeface="Candara"/>
                <a:cs typeface="Candara"/>
              </a:rPr>
              <a:t>c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r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ee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7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-8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30" dirty="0">
                <a:solidFill>
                  <a:srgbClr val="1F477B"/>
                </a:solidFill>
                <a:latin typeface="Candara"/>
                <a:cs typeface="Candara"/>
              </a:rPr>
              <a:t>w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spc="40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spc="-114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-8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1F477B"/>
                </a:solidFill>
                <a:latin typeface="Candara"/>
                <a:cs typeface="Candara"/>
              </a:rPr>
              <a:t>s</a:t>
            </a:r>
            <a:r>
              <a:rPr sz="1800" spc="15" dirty="0">
                <a:solidFill>
                  <a:srgbClr val="1F477B"/>
                </a:solidFill>
                <a:latin typeface="Candara"/>
                <a:cs typeface="Candara"/>
              </a:rPr>
              <a:t>a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v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spc="-10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spc="-4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n</a:t>
            </a:r>
            <a:r>
              <a:rPr sz="1800" spc="-75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25" dirty="0">
                <a:solidFill>
                  <a:srgbClr val="1F477B"/>
                </a:solidFill>
                <a:latin typeface="Candara"/>
                <a:cs typeface="Candara"/>
              </a:rPr>
              <a:t>t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he</a:t>
            </a:r>
            <a:r>
              <a:rPr sz="1800"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1F477B"/>
                </a:solidFill>
                <a:latin typeface="Candara"/>
                <a:cs typeface="Candara"/>
              </a:rPr>
              <a:t>f</a:t>
            </a:r>
            <a:r>
              <a:rPr sz="1800" spc="-20" dirty="0">
                <a:solidFill>
                  <a:srgbClr val="1F477B"/>
                </a:solidFill>
                <a:latin typeface="Candara"/>
                <a:cs typeface="Candara"/>
              </a:rPr>
              <a:t>i</a:t>
            </a:r>
            <a:r>
              <a:rPr sz="1800" spc="35" dirty="0">
                <a:solidFill>
                  <a:srgbClr val="1F477B"/>
                </a:solidFill>
                <a:latin typeface="Candara"/>
                <a:cs typeface="Candara"/>
              </a:rPr>
              <a:t>l</a:t>
            </a:r>
            <a:r>
              <a:rPr sz="1800" spc="-25" dirty="0">
                <a:solidFill>
                  <a:srgbClr val="1F477B"/>
                </a:solidFill>
                <a:latin typeface="Candara"/>
                <a:cs typeface="Candara"/>
              </a:rPr>
              <a:t>e</a:t>
            </a:r>
            <a:r>
              <a:rPr sz="1800" dirty="0">
                <a:solidFill>
                  <a:srgbClr val="1F477B"/>
                </a:solidFill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269875">
              <a:lnSpc>
                <a:spcPct val="100000"/>
              </a:lnSpc>
              <a:spcBef>
                <a:spcPts val="1670"/>
              </a:spcBef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5" dirty="0">
                <a:latin typeface="Candara"/>
                <a:cs typeface="Candara"/>
              </a:rPr>
              <a:t>u</a:t>
            </a:r>
            <a:r>
              <a:rPr sz="1800" spc="-5" dirty="0">
                <a:latin typeface="Candara"/>
                <a:cs typeface="Candara"/>
              </a:rPr>
              <a:t>s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r>
              <a:rPr sz="1800" spc="-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&lt;</a:t>
            </a:r>
            <a:r>
              <a:rPr sz="1800" spc="-85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40" dirty="0">
                <a:latin typeface="Candara"/>
                <a:cs typeface="Candara"/>
              </a:rPr>
              <a:t>l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t</a:t>
            </a:r>
            <a:r>
              <a:rPr spc="5" dirty="0"/>
              <a:t>e</a:t>
            </a:r>
            <a:r>
              <a:rPr spc="10" dirty="0"/>
              <a:t>e</a:t>
            </a:r>
            <a:r>
              <a:rPr spc="-15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16" name="object 16"/>
          <p:cNvSpPr/>
          <p:nvPr/>
        </p:nvSpPr>
        <p:spPr>
          <a:xfrm>
            <a:off x="762000" y="44196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82"/>
                </a:lnTo>
                <a:lnTo>
                  <a:pt x="41922" y="8132"/>
                </a:lnTo>
                <a:lnTo>
                  <a:pt x="7772399" y="0"/>
                </a:lnTo>
                <a:lnTo>
                  <a:pt x="7786877" y="1392"/>
                </a:lnTo>
                <a:lnTo>
                  <a:pt x="7823850" y="20061"/>
                </a:lnTo>
                <a:lnTo>
                  <a:pt x="7845551" y="5499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34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138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11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1004" y="177878"/>
            <a:ext cx="133858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15" dirty="0">
                <a:latin typeface="Candara"/>
                <a:cs typeface="Candara"/>
              </a:rPr>
              <a:t>3</a:t>
            </a:r>
            <a:r>
              <a:rPr sz="1200" spc="-5" dirty="0">
                <a:latin typeface="Candara"/>
                <a:cs typeface="Candara"/>
              </a:rPr>
              <a:t>.</a:t>
            </a:r>
            <a:r>
              <a:rPr sz="1200" spc="-35" dirty="0">
                <a:latin typeface="Candara"/>
                <a:cs typeface="Candara"/>
              </a:rPr>
              <a:t>2</a:t>
            </a:r>
            <a:r>
              <a:rPr sz="1200" dirty="0">
                <a:latin typeface="Candara"/>
                <a:cs typeface="Candara"/>
              </a:rPr>
              <a:t>:</a:t>
            </a:r>
            <a:r>
              <a:rPr sz="1200" spc="-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Ad</a:t>
            </a:r>
            <a:r>
              <a:rPr sz="1200" spc="20" dirty="0">
                <a:latin typeface="Candara"/>
                <a:cs typeface="Candara"/>
              </a:rPr>
              <a:t>v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n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140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F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dirty="0">
                <a:latin typeface="Candara"/>
                <a:cs typeface="Candara"/>
              </a:rPr>
              <a:t>s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1003" y="450534"/>
            <a:ext cx="2212340" cy="3530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750" spc="40" dirty="0">
                <a:latin typeface="Candara"/>
                <a:cs typeface="Candara"/>
              </a:rPr>
              <a:t>f</a:t>
            </a:r>
            <a:r>
              <a:rPr sz="2750" spc="-10" dirty="0">
                <a:latin typeface="Candara"/>
                <a:cs typeface="Candara"/>
              </a:rPr>
              <a:t>i</a:t>
            </a:r>
            <a:r>
              <a:rPr sz="2750" spc="-5" dirty="0">
                <a:latin typeface="Candara"/>
                <a:cs typeface="Candara"/>
              </a:rPr>
              <a:t>n</a:t>
            </a:r>
            <a:r>
              <a:rPr sz="2750" spc="15" dirty="0">
                <a:latin typeface="Candara"/>
                <a:cs typeface="Candara"/>
              </a:rPr>
              <a:t>d</a:t>
            </a:r>
            <a:r>
              <a:rPr sz="2750" spc="-45" dirty="0">
                <a:latin typeface="Times New Roman"/>
                <a:cs typeface="Times New Roman"/>
              </a:rPr>
              <a:t> </a:t>
            </a:r>
            <a:r>
              <a:rPr sz="2750" spc="-10" dirty="0">
                <a:latin typeface="Candara"/>
                <a:cs typeface="Candara"/>
              </a:rPr>
              <a:t>C</a:t>
            </a:r>
            <a:r>
              <a:rPr sz="2750" spc="30" dirty="0">
                <a:latin typeface="Candara"/>
                <a:cs typeface="Candara"/>
              </a:rPr>
              <a:t>o</a:t>
            </a:r>
            <a:r>
              <a:rPr sz="2750" spc="-5" dirty="0">
                <a:latin typeface="Candara"/>
                <a:cs typeface="Candara"/>
              </a:rPr>
              <a:t>mma</a:t>
            </a:r>
            <a:r>
              <a:rPr sz="2750" spc="10" dirty="0">
                <a:latin typeface="Candara"/>
                <a:cs typeface="Candara"/>
              </a:rPr>
              <a:t>nd</a:t>
            </a:r>
            <a:endParaRPr sz="275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2000" y="1676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2819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76514" y="4136516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82"/>
                </a:lnTo>
                <a:lnTo>
                  <a:pt x="41922" y="8132"/>
                </a:lnTo>
                <a:lnTo>
                  <a:pt x="7772363" y="0"/>
                </a:lnTo>
                <a:lnTo>
                  <a:pt x="7786841" y="1392"/>
                </a:lnTo>
                <a:lnTo>
                  <a:pt x="7823813" y="20061"/>
                </a:lnTo>
                <a:lnTo>
                  <a:pt x="7845515" y="54995"/>
                </a:lnTo>
                <a:lnTo>
                  <a:pt x="7848563" y="380999"/>
                </a:lnTo>
                <a:lnTo>
                  <a:pt x="7847161" y="395477"/>
                </a:lnTo>
                <a:lnTo>
                  <a:pt x="7828629" y="432434"/>
                </a:lnTo>
                <a:lnTo>
                  <a:pt x="7793577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256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34035" y="1170310"/>
            <a:ext cx="7422515" cy="341185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6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5"/>
              </a:spcBef>
              <a:buClr>
                <a:srgbClr val="009FE4"/>
              </a:buClr>
              <a:buFont typeface="Wingdings"/>
              <a:buChar char=""/>
            </a:pPr>
            <a:endParaRPr sz="2550">
              <a:latin typeface="Times New Roman"/>
              <a:cs typeface="Times New Roman"/>
            </a:endParaRPr>
          </a:p>
          <a:p>
            <a:pPr marL="803275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h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dirty="0">
                <a:latin typeface="Candara"/>
                <a:cs typeface="Candara"/>
              </a:rPr>
              <a:t>&gt;</a:t>
            </a:r>
            <a:r>
              <a:rPr sz="1800" dirty="0">
                <a:latin typeface="Times New Roman"/>
                <a:cs typeface="Times New Roman"/>
              </a:rPr>
              <a:t> </a:t>
            </a:r>
            <a:r>
              <a:rPr sz="1800" spc="-16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&lt;s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-150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15" dirty="0">
                <a:latin typeface="Candara"/>
                <a:cs typeface="Candara"/>
              </a:rPr>
              <a:t>&gt;</a:t>
            </a:r>
            <a:r>
              <a:rPr sz="1800" spc="-10" dirty="0">
                <a:latin typeface="Candara"/>
                <a:cs typeface="Candara"/>
              </a:rPr>
              <a:t>&lt;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10" dirty="0">
                <a:latin typeface="Candara"/>
                <a:cs typeface="Candara"/>
              </a:rPr>
              <a:t>c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5" dirty="0">
                <a:latin typeface="Candara"/>
                <a:cs typeface="Candara"/>
              </a:rPr>
              <a:t>n&gt;</a:t>
            </a:r>
            <a:endParaRPr sz="1800">
              <a:latin typeface="Candara"/>
              <a:cs typeface="Candara"/>
            </a:endParaRPr>
          </a:p>
          <a:p>
            <a:pPr marL="756285" marR="5080" lvl="1" indent="-286385">
              <a:lnSpc>
                <a:spcPct val="101000"/>
              </a:lnSpc>
              <a:spcBef>
                <a:spcPts val="152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b="1" spc="-25" dirty="0">
                <a:latin typeface="Candara"/>
                <a:cs typeface="Candara"/>
              </a:rPr>
              <a:t>.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dirty="0">
                <a:latin typeface="Candara"/>
                <a:cs typeface="Candara"/>
              </a:rPr>
              <a:t>r</a:t>
            </a:r>
            <a:r>
              <a:rPr sz="1550" b="1" spc="20" dirty="0">
                <a:latin typeface="Candara"/>
                <a:cs typeface="Candara"/>
              </a:rPr>
              <a:t>o</a:t>
            </a:r>
            <a:r>
              <a:rPr sz="1550" b="1" spc="30" dirty="0">
                <a:latin typeface="Candara"/>
                <a:cs typeface="Candara"/>
              </a:rPr>
              <a:t>f</a:t>
            </a:r>
            <a:r>
              <a:rPr sz="1550" b="1" spc="-20" dirty="0">
                <a:latin typeface="Candara"/>
                <a:cs typeface="Candara"/>
              </a:rPr>
              <a:t>i</a:t>
            </a:r>
            <a:r>
              <a:rPr sz="1550" b="1" spc="-30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-7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sy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105" dirty="0">
                <a:latin typeface="Times New Roman"/>
                <a:cs typeface="Times New Roman"/>
              </a:rPr>
              <a:t> </a:t>
            </a:r>
            <a:r>
              <a:rPr sz="1550" b="1" spc="-25" dirty="0">
                <a:latin typeface="Candara"/>
                <a:cs typeface="Candara"/>
              </a:rPr>
              <a:t>-</a:t>
            </a:r>
            <a:r>
              <a:rPr sz="1550" b="1" spc="25" dirty="0">
                <a:latin typeface="Candara"/>
                <a:cs typeface="Candara"/>
              </a:rPr>
              <a:t>p</a:t>
            </a:r>
            <a:r>
              <a:rPr sz="1550" b="1" spc="-5" dirty="0">
                <a:latin typeface="Candara"/>
                <a:cs typeface="Candara"/>
              </a:rPr>
              <a:t>r</a:t>
            </a:r>
            <a:r>
              <a:rPr sz="1550" b="1" spc="-20" dirty="0">
                <a:latin typeface="Candara"/>
                <a:cs typeface="Candara"/>
              </a:rPr>
              <a:t>i</a:t>
            </a:r>
            <a:r>
              <a:rPr sz="1550" b="1" spc="35" dirty="0">
                <a:latin typeface="Candara"/>
                <a:cs typeface="Candara"/>
              </a:rPr>
              <a:t>n</a:t>
            </a:r>
            <a:r>
              <a:rPr sz="1550" b="1" spc="5" dirty="0">
                <a:latin typeface="Candara"/>
                <a:cs typeface="Candara"/>
              </a:rPr>
              <a:t>t</a:t>
            </a:r>
            <a:r>
              <a:rPr sz="1550" b="1" spc="1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Clr>
                <a:srgbClr val="009FE4"/>
              </a:buClr>
              <a:buFont typeface="Arial"/>
              <a:buChar char="–"/>
            </a:pPr>
            <a:endParaRPr sz="1400">
              <a:latin typeface="Times New Roman"/>
              <a:cs typeface="Times New Roman"/>
            </a:endParaRPr>
          </a:p>
          <a:p>
            <a:pPr marL="803275">
              <a:lnSpc>
                <a:spcPct val="100000"/>
              </a:lnSpc>
            </a:pPr>
            <a:r>
              <a:rPr sz="1800" dirty="0">
                <a:latin typeface="Candara"/>
                <a:cs typeface="Candara"/>
              </a:rPr>
              <a:t>$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/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-n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-10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105" dirty="0">
                <a:latin typeface="Candara"/>
                <a:cs typeface="Candara"/>
              </a:rPr>
              <a:t>o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–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nt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400">
              <a:latin typeface="Times New Roman"/>
              <a:cs typeface="Times New Roman"/>
            </a:endParaRPr>
          </a:p>
          <a:p>
            <a:pPr marL="756285" marR="91440" lvl="1" indent="-286385">
              <a:lnSpc>
                <a:spcPts val="1800"/>
              </a:lnSpc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Candara"/>
                <a:cs typeface="Candara"/>
              </a:rPr>
              <a:t>2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m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6"/>
              </a:spcBef>
            </a:pPr>
            <a:endParaRPr sz="1700">
              <a:latin typeface="Times New Roman"/>
              <a:cs typeface="Times New Roman"/>
            </a:endParaRPr>
          </a:p>
          <a:p>
            <a:pPr marL="812800">
              <a:lnSpc>
                <a:spcPct val="100000"/>
              </a:lnSpc>
            </a:pPr>
            <a:r>
              <a:rPr sz="1800" spc="-10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</a:t>
            </a:r>
            <a:r>
              <a:rPr sz="1800" dirty="0">
                <a:latin typeface="Candara"/>
                <a:cs typeface="Candara"/>
              </a:rPr>
              <a:t>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/</a:t>
            </a:r>
            <a:r>
              <a:rPr sz="1800" spc="-110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30" dirty="0">
                <a:latin typeface="Candara"/>
                <a:cs typeface="Candara"/>
              </a:rPr>
              <a:t>p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f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dirty="0">
                <a:latin typeface="Candara"/>
                <a:cs typeface="Candara"/>
              </a:rPr>
              <a:t>n</a:t>
            </a:r>
            <a:r>
              <a:rPr sz="1800" spc="15" dirty="0">
                <a:latin typeface="Candara"/>
                <a:cs typeface="Candara"/>
              </a:rPr>
              <a:t>a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spc="10" dirty="0">
                <a:latin typeface="Candara"/>
                <a:cs typeface="Candara"/>
              </a:rPr>
              <a:t>"</a:t>
            </a:r>
            <a:r>
              <a:rPr sz="1800" spc="25" dirty="0">
                <a:latin typeface="Candara"/>
                <a:cs typeface="Candara"/>
              </a:rPr>
              <a:t>m</a:t>
            </a:r>
            <a:r>
              <a:rPr sz="1800" spc="-15" dirty="0">
                <a:latin typeface="Candara"/>
                <a:cs typeface="Candara"/>
              </a:rPr>
              <a:t>y</a:t>
            </a:r>
            <a:r>
              <a:rPr sz="1800" spc="-10" dirty="0">
                <a:latin typeface="Candara"/>
                <a:cs typeface="Candara"/>
              </a:rPr>
              <a:t>f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"</a:t>
            </a:r>
            <a:r>
              <a:rPr sz="1800" spc="-6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spc="-25" dirty="0">
                <a:latin typeface="Candara"/>
                <a:cs typeface="Candara"/>
              </a:rPr>
              <a:t>p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0" dirty="0">
                <a:latin typeface="Candara"/>
                <a:cs typeface="Candara"/>
              </a:rPr>
              <a:t>i</a:t>
            </a:r>
            <a:r>
              <a:rPr sz="1800" spc="-5" dirty="0">
                <a:latin typeface="Candara"/>
                <a:cs typeface="Candara"/>
              </a:rPr>
              <a:t>nt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12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g</a:t>
            </a:r>
            <a:r>
              <a:rPr spc="-10" dirty="0"/>
              <a:t>r</a:t>
            </a:r>
            <a:r>
              <a:rPr spc="10" dirty="0"/>
              <a:t>ep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676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28956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534035" y="1243081"/>
            <a:ext cx="7789545" cy="20783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5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x</a:t>
            </a:r>
            <a:r>
              <a:rPr sz="1800" b="1" spc="-18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6"/>
              </a:spcBef>
            </a:pPr>
            <a:endParaRPr sz="2250">
              <a:latin typeface="Times New Roman"/>
              <a:cs typeface="Times New Roman"/>
            </a:endParaRPr>
          </a:p>
          <a:p>
            <a:pPr marL="803275">
              <a:lnSpc>
                <a:spcPct val="100000"/>
              </a:lnSpc>
            </a:pP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1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&lt;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30" dirty="0">
                <a:latin typeface="Candara"/>
                <a:cs typeface="Candara"/>
              </a:rPr>
              <a:t>pti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&gt;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&lt;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&gt;</a:t>
            </a:r>
            <a:r>
              <a:rPr sz="1550" spc="-13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&lt;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(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-30" dirty="0">
                <a:latin typeface="Candara"/>
                <a:cs typeface="Candara"/>
              </a:rPr>
              <a:t>)</a:t>
            </a:r>
            <a:r>
              <a:rPr sz="1550" spc="5" dirty="0">
                <a:latin typeface="Candara"/>
                <a:cs typeface="Candara"/>
              </a:rPr>
              <a:t>&gt;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95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tabLst>
                <a:tab pos="755650" algn="l"/>
              </a:tabLst>
            </a:pPr>
            <a:r>
              <a:rPr sz="1550" spc="5" dirty="0">
                <a:solidFill>
                  <a:srgbClr val="009FE4"/>
                </a:solidFill>
                <a:latin typeface="Arial"/>
                <a:cs typeface="Arial"/>
              </a:rPr>
              <a:t>–	</a:t>
            </a:r>
            <a:r>
              <a:rPr sz="1550" b="1" dirty="0">
                <a:latin typeface="Candara"/>
                <a:cs typeface="Candara"/>
              </a:rPr>
              <a:t>E</a:t>
            </a:r>
            <a:r>
              <a:rPr sz="1550" b="1" spc="15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25" dirty="0">
                <a:latin typeface="Candara"/>
                <a:cs typeface="Candara"/>
              </a:rPr>
              <a:t>e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4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0" dirty="0">
                <a:latin typeface="Candara"/>
                <a:cs typeface="Candara"/>
              </a:rPr>
              <a:t>ll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5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U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x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b="1" spc="30" dirty="0">
                <a:latin typeface="Candara"/>
                <a:cs typeface="Candara"/>
              </a:rPr>
              <a:t>b</a:t>
            </a:r>
            <a:r>
              <a:rPr sz="1550" b="1" spc="20" dirty="0">
                <a:latin typeface="Candara"/>
                <a:cs typeface="Candara"/>
              </a:rPr>
              <a:t>oo</a:t>
            </a:r>
            <a:r>
              <a:rPr sz="1550" b="1" spc="30" dirty="0">
                <a:latin typeface="Candara"/>
                <a:cs typeface="Candara"/>
              </a:rPr>
              <a:t>k</a:t>
            </a:r>
            <a:r>
              <a:rPr sz="1550" b="1" spc="15" dirty="0">
                <a:latin typeface="Candara"/>
                <a:cs typeface="Candara"/>
              </a:rPr>
              <a:t>s</a:t>
            </a:r>
            <a:r>
              <a:rPr sz="1550" b="1" spc="-25" dirty="0">
                <a:latin typeface="Candara"/>
                <a:cs typeface="Candara"/>
              </a:rPr>
              <a:t>.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15" dirty="0">
                <a:latin typeface="Candara"/>
                <a:cs typeface="Candara"/>
              </a:rPr>
              <a:t>s</a:t>
            </a:r>
            <a:r>
              <a:rPr sz="1550" b="1" spc="105" dirty="0">
                <a:latin typeface="Candara"/>
                <a:cs typeface="Candara"/>
              </a:rPr>
              <a:t>t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803910" indent="-47625">
              <a:lnSpc>
                <a:spcPct val="100000"/>
              </a:lnSpc>
              <a:spcBef>
                <a:spcPts val="15"/>
              </a:spcBef>
            </a:pP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ye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1600">
              <a:latin typeface="Times New Roman"/>
              <a:cs typeface="Times New Roman"/>
            </a:endParaRPr>
          </a:p>
          <a:p>
            <a:pPr marL="803910">
              <a:lnSpc>
                <a:spcPct val="100000"/>
              </a:lnSpc>
            </a:pP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'Un</a:t>
            </a:r>
            <a:r>
              <a:rPr sz="1550" spc="35" dirty="0">
                <a:latin typeface="Candara"/>
                <a:cs typeface="Candara"/>
              </a:rPr>
              <a:t>ix</a:t>
            </a:r>
            <a:r>
              <a:rPr sz="1550" dirty="0">
                <a:latin typeface="Candara"/>
                <a:cs typeface="Candara"/>
              </a:rPr>
              <a:t>'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b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k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endParaRPr sz="1550">
              <a:latin typeface="Candara"/>
              <a:cs typeface="Candara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13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14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g</a:t>
            </a:r>
            <a:r>
              <a:rPr spc="-10" dirty="0"/>
              <a:t>r</a:t>
            </a:r>
            <a:r>
              <a:rPr spc="10" dirty="0"/>
              <a:t>ep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035" y="1432184"/>
            <a:ext cx="7517765" cy="22212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5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  <a:tab pos="984885" algn="l"/>
              </a:tabLst>
            </a:pPr>
            <a:r>
              <a:rPr sz="1550" spc="5" dirty="0">
                <a:latin typeface="Candara"/>
                <a:cs typeface="Candara"/>
              </a:rPr>
              <a:t>c</a:t>
            </a:r>
            <a:r>
              <a:rPr sz="1550" spc="5" dirty="0">
                <a:latin typeface="Times New Roman"/>
                <a:cs typeface="Times New Roman"/>
              </a:rPr>
              <a:t>	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9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  <a:tab pos="994410" algn="l"/>
              </a:tabLst>
            </a:pP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5" dirty="0">
                <a:latin typeface="Times New Roman"/>
                <a:cs typeface="Times New Roman"/>
              </a:rPr>
              <a:t>	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0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b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2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114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x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1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11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756285">
              <a:lnSpc>
                <a:spcPct val="100000"/>
              </a:lnSpc>
              <a:spcBef>
                <a:spcPts val="20"/>
              </a:spcBef>
            </a:pP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61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  <a:tab pos="984885" algn="l"/>
              </a:tabLst>
            </a:pPr>
            <a:r>
              <a:rPr sz="1550" spc="5" dirty="0">
                <a:latin typeface="Candara"/>
                <a:cs typeface="Candara"/>
              </a:rPr>
              <a:t>v</a:t>
            </a:r>
            <a:r>
              <a:rPr sz="1550" spc="5" dirty="0">
                <a:latin typeface="Times New Roman"/>
                <a:cs typeface="Times New Roman"/>
              </a:rPr>
              <a:t>	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  <a:tab pos="975360" algn="l"/>
              </a:tabLst>
            </a:pPr>
            <a:r>
              <a:rPr sz="1550" dirty="0">
                <a:latin typeface="Candara"/>
                <a:cs typeface="Candara"/>
              </a:rPr>
              <a:t>i</a:t>
            </a:r>
            <a:r>
              <a:rPr sz="1550" dirty="0">
                <a:latin typeface="Times New Roman"/>
                <a:cs typeface="Times New Roman"/>
              </a:rPr>
              <a:t>	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gn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31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10" dirty="0">
                <a:latin typeface="Candara"/>
                <a:cs typeface="Candara"/>
              </a:rPr>
              <a:t>w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r>
              <a:rPr sz="1550" spc="-11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y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756285">
              <a:lnSpc>
                <a:spcPct val="100000"/>
              </a:lnSpc>
              <a:spcBef>
                <a:spcPts val="90"/>
              </a:spcBef>
            </a:pPr>
            <a:r>
              <a:rPr sz="1550" spc="5" dirty="0">
                <a:latin typeface="Candara"/>
                <a:cs typeface="Candara"/>
              </a:rPr>
              <a:t>w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s</a:t>
            </a:r>
            <a:endParaRPr sz="155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g</a:t>
            </a:r>
            <a:r>
              <a:rPr spc="-10" dirty="0"/>
              <a:t>r</a:t>
            </a:r>
            <a:r>
              <a:rPr spc="10" dirty="0"/>
              <a:t>ep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16002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62000" y="25146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62000" y="34290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34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807"/>
                </a:lnTo>
                <a:lnTo>
                  <a:pt x="24728" y="437138"/>
                </a:lnTo>
                <a:lnTo>
                  <a:pt x="2999" y="40220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91866" y="1115528"/>
            <a:ext cx="5739765" cy="27501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298450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299085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20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dirty="0">
                <a:latin typeface="Candara"/>
                <a:cs typeface="Candara"/>
              </a:rPr>
              <a:t>1: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“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”</a:t>
            </a:r>
            <a:r>
              <a:rPr sz="1550" spc="-5" dirty="0">
                <a:latin typeface="Candara"/>
                <a:cs typeface="Candara"/>
              </a:rPr>
              <a:t> 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ga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20" dirty="0">
                <a:latin typeface="Candara"/>
                <a:cs typeface="Candara"/>
              </a:rPr>
              <a:t>le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95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48"/>
              </a:spcBef>
              <a:buClr>
                <a:srgbClr val="009FE4"/>
              </a:buClr>
              <a:buFont typeface="Arial"/>
              <a:buChar char="–"/>
            </a:pPr>
            <a:endParaRPr sz="25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p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dirty="0">
                <a:latin typeface="Candara"/>
                <a:cs typeface="Candara"/>
              </a:rPr>
              <a:t>i</a:t>
            </a:r>
            <a:r>
              <a:rPr sz="1800" spc="-9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5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owe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30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  <a:p>
            <a:pPr marL="298450" indent="-285750">
              <a:lnSpc>
                <a:spcPct val="100000"/>
              </a:lnSpc>
              <a:spcBef>
                <a:spcPts val="1165"/>
              </a:spcBef>
              <a:buClr>
                <a:srgbClr val="009FE4"/>
              </a:buClr>
              <a:buFont typeface="Arial"/>
              <a:buChar char="–"/>
              <a:tabLst>
                <a:tab pos="299085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20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-5" dirty="0">
                <a:latin typeface="Candara"/>
                <a:cs typeface="Candara"/>
              </a:rPr>
              <a:t>2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“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”</a:t>
            </a:r>
            <a:r>
              <a:rPr sz="1550" spc="-5" dirty="0">
                <a:latin typeface="Candara"/>
                <a:cs typeface="Candara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a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7"/>
              </a:spcBef>
              <a:buClr>
                <a:srgbClr val="009FE4"/>
              </a:buClr>
              <a:buFont typeface="Arial"/>
              <a:buChar char="–"/>
            </a:pPr>
            <a:endParaRPr sz="1800">
              <a:latin typeface="Times New Roman"/>
              <a:cs typeface="Times New Roman"/>
            </a:endParaRPr>
          </a:p>
          <a:p>
            <a:pPr marL="346075">
              <a:lnSpc>
                <a:spcPct val="100000"/>
              </a:lnSpc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p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dirty="0">
                <a:latin typeface="Candara"/>
                <a:cs typeface="Candara"/>
              </a:rPr>
              <a:t>w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00" dirty="0">
                <a:latin typeface="Times New Roman"/>
                <a:cs typeface="Times New Roman"/>
              </a:rPr>
              <a:t> </a:t>
            </a:r>
            <a:r>
              <a:rPr sz="1800" spc="-15" dirty="0">
                <a:latin typeface="Candara"/>
                <a:cs typeface="Candara"/>
              </a:rPr>
              <a:t>f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owe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00">
              <a:latin typeface="Times New Roman"/>
              <a:cs typeface="Times New Roman"/>
            </a:endParaRPr>
          </a:p>
          <a:p>
            <a:pPr marL="298450" indent="-285750">
              <a:lnSpc>
                <a:spcPct val="100000"/>
              </a:lnSpc>
              <a:buClr>
                <a:srgbClr val="009FE4"/>
              </a:buClr>
              <a:buFont typeface="Arial"/>
              <a:buChar char="–"/>
              <a:tabLst>
                <a:tab pos="299085" algn="l"/>
              </a:tabLst>
            </a:pPr>
            <a:r>
              <a:rPr sz="1550" b="1" spc="-5" dirty="0">
                <a:latin typeface="Candara"/>
                <a:cs typeface="Candara"/>
              </a:rPr>
              <a:t>E</a:t>
            </a:r>
            <a:r>
              <a:rPr sz="1550" b="1" spc="20" dirty="0">
                <a:latin typeface="Candara"/>
                <a:cs typeface="Candara"/>
              </a:rPr>
              <a:t>x</a:t>
            </a:r>
            <a:r>
              <a:rPr sz="1550" b="1" spc="-20" dirty="0">
                <a:latin typeface="Candara"/>
                <a:cs typeface="Candara"/>
              </a:rPr>
              <a:t>a</a:t>
            </a:r>
            <a:r>
              <a:rPr sz="1550" b="1" spc="-25" dirty="0">
                <a:latin typeface="Candara"/>
                <a:cs typeface="Candara"/>
              </a:rPr>
              <a:t>m</a:t>
            </a:r>
            <a:r>
              <a:rPr sz="1550" b="1" spc="20" dirty="0">
                <a:latin typeface="Candara"/>
                <a:cs typeface="Candara"/>
              </a:rPr>
              <a:t>p</a:t>
            </a:r>
            <a:r>
              <a:rPr sz="1550" b="1" spc="-35" dirty="0">
                <a:latin typeface="Candara"/>
                <a:cs typeface="Candara"/>
              </a:rPr>
              <a:t>l</a:t>
            </a:r>
            <a:r>
              <a:rPr sz="1550" b="1" spc="5" dirty="0">
                <a:latin typeface="Candara"/>
                <a:cs typeface="Candara"/>
              </a:rPr>
              <a:t>e</a:t>
            </a:r>
            <a:r>
              <a:rPr sz="1550" b="1" spc="80" dirty="0">
                <a:latin typeface="Times New Roman"/>
                <a:cs typeface="Times New Roman"/>
              </a:rPr>
              <a:t> </a:t>
            </a:r>
            <a:r>
              <a:rPr sz="1550" b="1" spc="10" dirty="0">
                <a:latin typeface="Candara"/>
                <a:cs typeface="Candara"/>
              </a:rPr>
              <a:t>3</a:t>
            </a:r>
            <a:r>
              <a:rPr sz="1550" b="1" dirty="0">
                <a:latin typeface="Candara"/>
                <a:cs typeface="Candara"/>
              </a:rPr>
              <a:t>:</a:t>
            </a:r>
            <a:r>
              <a:rPr sz="1550" b="1" spc="-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“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5" dirty="0">
                <a:latin typeface="Candara"/>
                <a:cs typeface="Candara"/>
              </a:rPr>
              <a:t>”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346075">
              <a:lnSpc>
                <a:spcPct val="100000"/>
              </a:lnSpc>
              <a:spcBef>
                <a:spcPts val="1120"/>
              </a:spcBef>
            </a:pPr>
            <a:r>
              <a:rPr sz="1800" spc="25" dirty="0">
                <a:latin typeface="Candara"/>
                <a:cs typeface="Candara"/>
              </a:rPr>
              <a:t>$</a:t>
            </a:r>
            <a:r>
              <a:rPr sz="1800" dirty="0">
                <a:latin typeface="Candara"/>
                <a:cs typeface="Candara"/>
              </a:rPr>
              <a:t>g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dirty="0">
                <a:latin typeface="Candara"/>
                <a:cs typeface="Candara"/>
              </a:rPr>
              <a:t>p</a:t>
            </a:r>
            <a:r>
              <a:rPr sz="1800" spc="-105" dirty="0">
                <a:latin typeface="Times New Roman"/>
                <a:cs typeface="Times New Roman"/>
              </a:rPr>
              <a:t> </a:t>
            </a:r>
            <a:r>
              <a:rPr sz="1800" spc="-5" dirty="0">
                <a:latin typeface="Candara"/>
                <a:cs typeface="Candara"/>
              </a:rPr>
              <a:t>-</a:t>
            </a:r>
            <a:r>
              <a:rPr sz="1800" dirty="0">
                <a:latin typeface="Candara"/>
                <a:cs typeface="Candara"/>
              </a:rPr>
              <a:t>v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30" dirty="0">
                <a:latin typeface="Candara"/>
                <a:cs typeface="Candara"/>
              </a:rPr>
              <a:t>o</a:t>
            </a:r>
            <a:r>
              <a:rPr sz="1800" spc="-10" dirty="0">
                <a:latin typeface="Candara"/>
                <a:cs typeface="Candara"/>
              </a:rPr>
              <a:t>s</a:t>
            </a:r>
            <a:r>
              <a:rPr sz="1800" dirty="0">
                <a:latin typeface="Candara"/>
                <a:cs typeface="Candara"/>
              </a:rPr>
              <a:t>e</a:t>
            </a:r>
            <a:r>
              <a:rPr sz="1800" spc="-1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Candara"/>
                <a:cs typeface="Candara"/>
              </a:rPr>
              <a:t>f</a:t>
            </a:r>
            <a:r>
              <a:rPr sz="1800" spc="35" dirty="0">
                <a:latin typeface="Candara"/>
                <a:cs typeface="Candara"/>
              </a:rPr>
              <a:t>l</a:t>
            </a:r>
            <a:r>
              <a:rPr sz="1800" spc="-30" dirty="0">
                <a:latin typeface="Candara"/>
                <a:cs typeface="Candara"/>
              </a:rPr>
              <a:t>owe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5" dirty="0">
                <a:latin typeface="Candara"/>
                <a:cs typeface="Candara"/>
              </a:rPr>
              <a:t>.</a:t>
            </a:r>
            <a:r>
              <a:rPr sz="1800" spc="25" dirty="0">
                <a:latin typeface="Candara"/>
                <a:cs typeface="Candara"/>
              </a:rPr>
              <a:t>t</a:t>
            </a:r>
            <a:r>
              <a:rPr sz="1800" spc="-10" dirty="0">
                <a:latin typeface="Candara"/>
                <a:cs typeface="Candara"/>
              </a:rPr>
              <a:t>x</a:t>
            </a:r>
            <a:r>
              <a:rPr sz="1800" dirty="0">
                <a:latin typeface="Candara"/>
                <a:cs typeface="Candara"/>
              </a:rPr>
              <a:t>t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15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16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g</a:t>
            </a:r>
            <a:r>
              <a:rPr spc="-10" dirty="0"/>
              <a:t>r</a:t>
            </a:r>
            <a:r>
              <a:rPr spc="10" dirty="0"/>
              <a:t>ep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035" y="1301377"/>
            <a:ext cx="2295525" cy="2736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-40" dirty="0">
                <a:latin typeface="Candara"/>
                <a:cs typeface="Candara"/>
              </a:rPr>
              <a:t>R</a:t>
            </a:r>
            <a:r>
              <a:rPr sz="1800" b="1" spc="-30" dirty="0">
                <a:latin typeface="Candara"/>
                <a:cs typeface="Candara"/>
              </a:rPr>
              <a:t>eg</a:t>
            </a:r>
            <a:r>
              <a:rPr sz="1800" b="1" spc="-10" dirty="0">
                <a:latin typeface="Candara"/>
                <a:cs typeface="Candara"/>
              </a:rPr>
              <a:t>u</a:t>
            </a:r>
            <a:r>
              <a:rPr sz="1800" b="1" spc="-20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-40" dirty="0">
                <a:latin typeface="Candara"/>
                <a:cs typeface="Candara"/>
              </a:rPr>
              <a:t>p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ss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40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9304" y="1915657"/>
          <a:ext cx="7848605" cy="298665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20845"/>
                <a:gridCol w="6127760"/>
              </a:tblGrid>
              <a:tr h="249935">
                <a:tc>
                  <a:txBody>
                    <a:bodyPr/>
                    <a:lstStyle/>
                    <a:p>
                      <a:pPr marL="422909">
                        <a:lnSpc>
                          <a:spcPct val="100000"/>
                        </a:lnSpc>
                      </a:pPr>
                      <a:r>
                        <a:rPr sz="1400" spc="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xp</a:t>
                      </a:r>
                      <a:r>
                        <a:rPr sz="1400" spc="20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ss</a:t>
                      </a:r>
                      <a:r>
                        <a:rPr sz="1400" spc="-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n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spc="-1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spc="-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spc="-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n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marL="508634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ex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14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marL="3752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Q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ex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14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marL="33718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-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k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Sl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ch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ara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00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463295">
                <a:tc>
                  <a:txBody>
                    <a:bodyPr/>
                    <a:lstStyle/>
                    <a:p>
                      <a:pPr marL="34671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k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 marR="234315">
                        <a:lnSpc>
                          <a:spcPct val="1028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spc="-2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60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1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s,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14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ng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-15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9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73070">
                <a:tc>
                  <a:txBody>
                    <a:bodyPr/>
                    <a:lstStyle/>
                    <a:p>
                      <a:pPr marL="4445" algn="ctr">
                        <a:lnSpc>
                          <a:spcPct val="100000"/>
                        </a:lnSpc>
                      </a:pP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]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xc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1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114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spc="-90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9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29">
                <a:tc>
                  <a:txBody>
                    <a:bodyPr/>
                    <a:lstStyle/>
                    <a:p>
                      <a:pPr marL="480059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8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va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16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marL="403860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*</a:t>
                      </a:r>
                      <a:r>
                        <a:rPr sz="14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(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k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)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z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ch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ara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{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}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spc="-1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cc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ng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49935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{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}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ex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cc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urr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50816">
                <a:tc>
                  <a:txBody>
                    <a:bodyPr/>
                    <a:lstStyle/>
                    <a:p>
                      <a:pPr marL="5080" algn="ctr">
                        <a:lnSpc>
                          <a:spcPct val="100000"/>
                        </a:lnSpc>
                      </a:pP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{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}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890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7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cc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nc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ng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.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17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0" dirty="0"/>
              <a:t>g</a:t>
            </a:r>
            <a:r>
              <a:rPr spc="-10" dirty="0"/>
              <a:t>r</a:t>
            </a:r>
            <a:r>
              <a:rPr spc="10" dirty="0"/>
              <a:t>ep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-15" dirty="0"/>
              <a:t>C</a:t>
            </a:r>
            <a:r>
              <a:rPr spc="4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035" y="1374145"/>
            <a:ext cx="3535045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12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Re</a:t>
            </a:r>
            <a:r>
              <a:rPr sz="1800" b="1" spc="-20" dirty="0">
                <a:latin typeface="Candara"/>
                <a:cs typeface="Candara"/>
              </a:rPr>
              <a:t>g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749304" y="2044710"/>
          <a:ext cx="7848604" cy="291222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535301"/>
                <a:gridCol w="5313303"/>
              </a:tblGrid>
              <a:tr h="28864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spc="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x</a:t>
                      </a:r>
                      <a:r>
                        <a:rPr sz="1400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spc="-30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e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400" spc="-20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spc="1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spc="-1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spc="-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dirty="0">
                          <a:latin typeface="Candara"/>
                          <a:cs typeface="Candara"/>
                        </a:rPr>
                        <a:t>n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  <a:solidFill>
                      <a:srgbClr val="DDDDDD"/>
                    </a:solidFill>
                  </a:tcPr>
                </a:tc>
              </a:tr>
              <a:tr h="288554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“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“</a:t>
                      </a:r>
                      <a:r>
                        <a:rPr sz="1400" b="1" spc="-12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i="1" spc="-3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i="1" spc="3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i="1" spc="10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i="1" spc="-1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i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i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2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w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‘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’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67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2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554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0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3025">
                        <a:lnSpc>
                          <a:spcPct val="100000"/>
                        </a:lnSpc>
                      </a:pP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4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64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25" dirty="0">
                          <a:latin typeface="Candara"/>
                          <a:cs typeface="Candara"/>
                        </a:rPr>
                        <a:t>y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67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s'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12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w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95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10" dirty="0">
                          <a:latin typeface="Candara"/>
                          <a:cs typeface="Candara"/>
                        </a:rPr>
                        <a:t>\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"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15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^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301639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0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9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ar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‘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10" dirty="0">
                          <a:latin typeface="Candara"/>
                          <a:cs typeface="Candara"/>
                        </a:rPr>
                        <a:t>m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535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][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40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16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3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,</a:t>
                      </a:r>
                      <a:r>
                        <a:rPr sz="1400" b="1" spc="-1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20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B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301633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^</a:t>
                      </a:r>
                      <a:r>
                        <a:rPr sz="1400" b="1" spc="-35" dirty="0">
                          <a:latin typeface="Candara"/>
                          <a:cs typeface="Candara"/>
                        </a:rPr>
                        <a:t>$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30" dirty="0">
                          <a:latin typeface="Candara"/>
                          <a:cs typeface="Candara"/>
                        </a:rPr>
                        <a:t>b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k</a:t>
                      </a:r>
                      <a:r>
                        <a:rPr sz="1400" b="1" spc="-10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  <a:tr h="288666">
                <a:tc>
                  <a:txBody>
                    <a:bodyPr/>
                    <a:lstStyle/>
                    <a:p>
                      <a:pPr marL="60960">
                        <a:lnSpc>
                          <a:spcPct val="100000"/>
                        </a:lnSpc>
                      </a:pPr>
                      <a:r>
                        <a:rPr sz="1400" b="1" spc="-114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10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[</a:t>
                      </a:r>
                      <a:r>
                        <a:rPr sz="1400" b="1" spc="-15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9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][</a:t>
                      </a:r>
                      <a:r>
                        <a:rPr sz="1400" b="1" spc="-15" dirty="0">
                          <a:latin typeface="Candara"/>
                          <a:cs typeface="Candara"/>
                        </a:rPr>
                        <a:t>0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-</a:t>
                      </a:r>
                      <a:r>
                        <a:rPr sz="1400" b="1" spc="-5" dirty="0">
                          <a:latin typeface="Candara"/>
                          <a:cs typeface="Candara"/>
                        </a:rPr>
                        <a:t>9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]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'</a:t>
                      </a:r>
                      <a:r>
                        <a:rPr sz="1400" b="1" spc="-1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l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e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1125">
                        <a:lnSpc>
                          <a:spcPct val="100000"/>
                        </a:lnSpc>
                      </a:pP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e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h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-15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p</a:t>
                      </a:r>
                      <a:r>
                        <a:rPr sz="1400" b="1" spc="-30" dirty="0">
                          <a:latin typeface="Candara"/>
                          <a:cs typeface="Candara"/>
                        </a:rPr>
                        <a:t>a</a:t>
                      </a:r>
                      <a:r>
                        <a:rPr sz="1400" b="1" spc="20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0" dirty="0">
                          <a:latin typeface="Candara"/>
                          <a:cs typeface="Candara"/>
                        </a:rPr>
                        <a:t>s</a:t>
                      </a:r>
                      <a:r>
                        <a:rPr sz="1400" b="1" spc="25" dirty="0">
                          <a:latin typeface="Candara"/>
                          <a:cs typeface="Candara"/>
                        </a:rPr>
                        <a:t>o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f</a:t>
                      </a:r>
                      <a:r>
                        <a:rPr sz="1400" b="1" spc="-114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n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u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me</a:t>
                      </a:r>
                      <a:r>
                        <a:rPr sz="1400" b="1" spc="-25" dirty="0">
                          <a:latin typeface="Candara"/>
                          <a:cs typeface="Candara"/>
                        </a:rPr>
                        <a:t>r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c</a:t>
                      </a:r>
                      <a:r>
                        <a:rPr sz="1400" b="1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b="1" spc="-114" dirty="0">
                          <a:latin typeface="Candara"/>
                          <a:cs typeface="Candara"/>
                        </a:rPr>
                        <a:t>d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-110" dirty="0">
                          <a:latin typeface="Candara"/>
                          <a:cs typeface="Candara"/>
                        </a:rPr>
                        <a:t>g</a:t>
                      </a:r>
                      <a:r>
                        <a:rPr sz="1400" b="1" spc="15" dirty="0">
                          <a:latin typeface="Candara"/>
                          <a:cs typeface="Candara"/>
                        </a:rPr>
                        <a:t>i</a:t>
                      </a:r>
                      <a:r>
                        <a:rPr sz="1400" b="1" spc="5" dirty="0">
                          <a:latin typeface="Candara"/>
                          <a:cs typeface="Candara"/>
                        </a:rPr>
                        <a:t>t</a:t>
                      </a:r>
                      <a:r>
                        <a:rPr sz="1400" b="1" dirty="0">
                          <a:latin typeface="Candara"/>
                          <a:cs typeface="Candara"/>
                        </a:rPr>
                        <a:t>s</a:t>
                      </a:r>
                      <a:endParaRPr sz="1400">
                        <a:latin typeface="Candara"/>
                        <a:cs typeface="Candara"/>
                      </a:endParaRPr>
                    </a:p>
                  </a:txBody>
                  <a:tcPr marL="0" marR="0" marT="0" marB="0">
                    <a:lnL w="12700">
                      <a:solidFill>
                        <a:srgbClr val="1F477B"/>
                      </a:solidFill>
                      <a:prstDash val="solid"/>
                    </a:lnL>
                    <a:lnR w="12700">
                      <a:solidFill>
                        <a:srgbClr val="1F477B"/>
                      </a:solidFill>
                      <a:prstDash val="solid"/>
                    </a:lnR>
                    <a:lnT w="12700">
                      <a:solidFill>
                        <a:srgbClr val="1F477B"/>
                      </a:solidFill>
                      <a:prstDash val="solid"/>
                    </a:lnT>
                    <a:lnB w="12700">
                      <a:solidFill>
                        <a:srgbClr val="1F477B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40" dirty="0"/>
              <a:t>f</a:t>
            </a:r>
            <a:r>
              <a:rPr spc="10" dirty="0"/>
              <a:t>g</a:t>
            </a:r>
            <a:r>
              <a:rPr spc="-10" dirty="0"/>
              <a:t>r</a:t>
            </a:r>
            <a:r>
              <a:rPr spc="5" dirty="0"/>
              <a:t>e</a:t>
            </a:r>
            <a:r>
              <a:rPr spc="15" dirty="0"/>
              <a:t>p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/>
          <p:nvPr/>
        </p:nvSpPr>
        <p:spPr>
          <a:xfrm>
            <a:off x="762000" y="2057400"/>
            <a:ext cx="7848600" cy="457200"/>
          </a:xfrm>
          <a:custGeom>
            <a:avLst/>
            <a:gdLst/>
            <a:ahLst/>
            <a:cxnLst/>
            <a:rect l="l" t="t" r="r" b="b"/>
            <a:pathLst>
              <a:path w="7848600" h="457200">
                <a:moveTo>
                  <a:pt x="0" y="76199"/>
                </a:moveTo>
                <a:lnTo>
                  <a:pt x="11631" y="35692"/>
                </a:lnTo>
                <a:lnTo>
                  <a:pt x="41922" y="8138"/>
                </a:lnTo>
                <a:lnTo>
                  <a:pt x="7772399" y="0"/>
                </a:lnTo>
                <a:lnTo>
                  <a:pt x="7786877" y="1402"/>
                </a:lnTo>
                <a:lnTo>
                  <a:pt x="7823850" y="20055"/>
                </a:lnTo>
                <a:lnTo>
                  <a:pt x="7845551" y="54985"/>
                </a:lnTo>
                <a:lnTo>
                  <a:pt x="7848599" y="380999"/>
                </a:lnTo>
                <a:lnTo>
                  <a:pt x="7847197" y="395477"/>
                </a:lnTo>
                <a:lnTo>
                  <a:pt x="7828543" y="432419"/>
                </a:lnTo>
                <a:lnTo>
                  <a:pt x="7793613" y="454151"/>
                </a:lnTo>
                <a:lnTo>
                  <a:pt x="76199" y="457199"/>
                </a:lnTo>
                <a:lnTo>
                  <a:pt x="61697" y="455797"/>
                </a:lnTo>
                <a:lnTo>
                  <a:pt x="24728" y="437144"/>
                </a:lnTo>
                <a:lnTo>
                  <a:pt x="2999" y="402214"/>
                </a:lnTo>
                <a:lnTo>
                  <a:pt x="0" y="76199"/>
                </a:lnTo>
                <a:close/>
              </a:path>
            </a:pathLst>
          </a:custGeom>
          <a:ln w="2539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534035" y="1301377"/>
            <a:ext cx="8028940" cy="2753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f</a:t>
            </a:r>
            <a:r>
              <a:rPr sz="1800" b="1" spc="-25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Candara"/>
                <a:cs typeface="Candara"/>
              </a:rPr>
              <a:t>re</a:t>
            </a:r>
            <a:r>
              <a:rPr sz="1800" b="1" spc="-10" dirty="0">
                <a:latin typeface="Candara"/>
                <a:cs typeface="Candara"/>
              </a:rPr>
              <a:t>p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4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sim</a:t>
            </a:r>
            <a:r>
              <a:rPr sz="1800" b="1" spc="5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10" dirty="0">
                <a:latin typeface="Candara"/>
                <a:cs typeface="Candara"/>
              </a:rPr>
              <a:t>o</a:t>
            </a:r>
            <a:r>
              <a:rPr sz="1800" b="1" spc="-11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g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p</a:t>
            </a:r>
            <a:r>
              <a:rPr sz="1800" b="1" spc="4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4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nd</a:t>
            </a:r>
            <a:r>
              <a:rPr sz="1800" b="1" spc="-5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470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3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y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Clr>
                <a:srgbClr val="009FE4"/>
              </a:buClr>
              <a:buFont typeface="Wingdings"/>
              <a:buChar char=""/>
            </a:pPr>
            <a:endParaRPr sz="2150">
              <a:latin typeface="Times New Roman"/>
              <a:cs typeface="Times New Roman"/>
            </a:endParaRPr>
          </a:p>
          <a:p>
            <a:pPr marL="803275">
              <a:lnSpc>
                <a:spcPct val="100000"/>
              </a:lnSpc>
            </a:pPr>
            <a:r>
              <a:rPr sz="1550" spc="-20" dirty="0">
                <a:latin typeface="Candara"/>
                <a:cs typeface="Candara"/>
              </a:rPr>
              <a:t>$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Times New Roman"/>
                <a:cs typeface="Times New Roman"/>
              </a:rPr>
              <a:t> </a:t>
            </a:r>
            <a:r>
              <a:rPr sz="1550" spc="5" dirty="0">
                <a:latin typeface="Candara"/>
                <a:cs typeface="Candara"/>
              </a:rPr>
              <a:t>[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_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114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]</a:t>
            </a:r>
            <a:r>
              <a:rPr sz="1550" spc="-195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[</a:t>
            </a: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n-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]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[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]</a:t>
            </a:r>
            <a:r>
              <a:rPr sz="1550" spc="105" dirty="0">
                <a:latin typeface="Times New Roman"/>
                <a:cs typeface="Times New Roman"/>
              </a:rPr>
              <a:t> </a:t>
            </a:r>
            <a:r>
              <a:rPr sz="1550" spc="-30" dirty="0">
                <a:latin typeface="Candara"/>
                <a:cs typeface="Candara"/>
              </a:rPr>
              <a:t>[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]</a:t>
            </a:r>
            <a:endParaRPr sz="1550">
              <a:latin typeface="Candara"/>
              <a:cs typeface="Candara"/>
            </a:endParaRPr>
          </a:p>
          <a:p>
            <a:pPr>
              <a:lnSpc>
                <a:spcPct val="100000"/>
              </a:lnSpc>
            </a:pPr>
            <a:endParaRPr sz="1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450">
              <a:latin typeface="Times New Roman"/>
              <a:cs typeface="Times New Roman"/>
            </a:endParaRPr>
          </a:p>
          <a:p>
            <a:pPr marL="355600" indent="-342900">
              <a:lnSpc>
                <a:spcPts val="213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5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Candara"/>
                <a:cs typeface="Candara"/>
              </a:rPr>
              <a:t>f</a:t>
            </a:r>
            <a:r>
              <a:rPr sz="1800" spc="-5" dirty="0">
                <a:latin typeface="Candara"/>
                <a:cs typeface="Candara"/>
              </a:rPr>
              <a:t>g</a:t>
            </a:r>
            <a:r>
              <a:rPr sz="1800" spc="35" dirty="0">
                <a:latin typeface="Candara"/>
                <a:cs typeface="Candara"/>
              </a:rPr>
              <a:t>r</a:t>
            </a:r>
            <a:r>
              <a:rPr sz="1800" spc="-25" dirty="0">
                <a:latin typeface="Candara"/>
                <a:cs typeface="Candara"/>
              </a:rPr>
              <a:t>e</a:t>
            </a:r>
            <a:r>
              <a:rPr sz="1800" spc="-10" dirty="0">
                <a:latin typeface="Candara"/>
                <a:cs typeface="Candara"/>
              </a:rPr>
              <a:t>p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4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17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s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5" dirty="0">
                <a:latin typeface="Candara"/>
                <a:cs typeface="Candara"/>
              </a:rPr>
              <a:t>f</a:t>
            </a:r>
            <a:r>
              <a:rPr sz="1800" b="1" spc="-10" dirty="0">
                <a:latin typeface="Candara"/>
                <a:cs typeface="Candara"/>
              </a:rPr>
              <a:t>ul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t</a:t>
            </a:r>
            <a:r>
              <a:rPr sz="1800" b="1" spc="-10" dirty="0">
                <a:latin typeface="Candara"/>
                <a:cs typeface="Candara"/>
              </a:rPr>
              <a:t>o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20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10" dirty="0">
                <a:latin typeface="Candara"/>
                <a:cs typeface="Candara"/>
              </a:rPr>
              <a:t>h</a:t>
            </a:r>
            <a:r>
              <a:rPr sz="1800" b="1" spc="-16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f</a:t>
            </a:r>
            <a:r>
              <a:rPr sz="1800" b="1" spc="-4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4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-45" dirty="0">
                <a:latin typeface="Candara"/>
                <a:cs typeface="Candara"/>
              </a:rPr>
              <a:t>p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5" dirty="0">
                <a:latin typeface="Candara"/>
                <a:cs typeface="Candara"/>
              </a:rPr>
              <a:t>tt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s,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w</a:t>
            </a:r>
            <a:r>
              <a:rPr sz="1800" b="1" spc="-2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10" dirty="0">
                <a:latin typeface="Candara"/>
                <a:cs typeface="Candara"/>
              </a:rPr>
              <a:t>h</a:t>
            </a:r>
            <a:endParaRPr sz="1800">
              <a:latin typeface="Candara"/>
              <a:cs typeface="Candara"/>
            </a:endParaRPr>
          </a:p>
          <a:p>
            <a:pPr marL="355600">
              <a:lnSpc>
                <a:spcPts val="2130"/>
              </a:lnSpc>
            </a:pP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nn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25" dirty="0">
                <a:latin typeface="Candara"/>
                <a:cs typeface="Candara"/>
              </a:rPr>
              <a:t>b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g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95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  <a:p>
            <a:pPr marL="355600" marR="5080" indent="-342900">
              <a:lnSpc>
                <a:spcPct val="100800"/>
              </a:lnSpc>
              <a:spcBef>
                <a:spcPts val="375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use</a:t>
            </a:r>
            <a:r>
              <a:rPr sz="1800" b="1" spc="-10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g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ss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dirty="0">
                <a:latin typeface="Candara"/>
                <a:cs typeface="Candara"/>
              </a:rPr>
              <a:t>.</a:t>
            </a:r>
            <a:r>
              <a:rPr sz="1800" b="1" spc="14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17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11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6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20" dirty="0">
                <a:latin typeface="Candara"/>
                <a:cs typeface="Candara"/>
              </a:rPr>
              <a:t>tc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17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0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30" dirty="0">
                <a:latin typeface="Candara"/>
                <a:cs typeface="Candara"/>
              </a:rPr>
              <a:t>x</a:t>
            </a:r>
            <a:r>
              <a:rPr sz="1800" b="1" dirty="0">
                <a:latin typeface="Candara"/>
                <a:cs typeface="Candara"/>
              </a:rPr>
              <a:t>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18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19</a:t>
            </a:fld>
            <a:r>
              <a:rPr sz="900" spc="3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40" dirty="0"/>
              <a:t>f</a:t>
            </a:r>
            <a:r>
              <a:rPr spc="10" dirty="0"/>
              <a:t>g</a:t>
            </a:r>
            <a:r>
              <a:rPr spc="-10" dirty="0"/>
              <a:t>r</a:t>
            </a:r>
            <a:r>
              <a:rPr spc="5" dirty="0"/>
              <a:t>e</a:t>
            </a:r>
            <a:r>
              <a:rPr spc="15" dirty="0"/>
              <a:t>p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10" dirty="0"/>
              <a:t>C</a:t>
            </a:r>
            <a:r>
              <a:rPr spc="30" dirty="0"/>
              <a:t>o</a:t>
            </a:r>
            <a:r>
              <a:rPr spc="-5" dirty="0"/>
              <a:t>mma</a:t>
            </a:r>
            <a:r>
              <a:rPr spc="10" dirty="0"/>
              <a:t>nd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4035" y="1388750"/>
            <a:ext cx="6411595" cy="26409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15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f</a:t>
            </a:r>
            <a:r>
              <a:rPr sz="1800" b="1" spc="20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spc="-20" dirty="0">
                <a:latin typeface="Candara"/>
                <a:cs typeface="Candara"/>
              </a:rPr>
              <a:t>gr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p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nd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4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0" dirty="0">
                <a:latin typeface="Candara"/>
                <a:cs typeface="Candara"/>
              </a:rPr>
              <a:t>_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35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20" dirty="0">
                <a:latin typeface="Candara"/>
                <a:cs typeface="Candara"/>
              </a:rPr>
              <a:t>c</a:t>
            </a:r>
            <a:r>
              <a:rPr sz="1200" spc="20" dirty="0">
                <a:latin typeface="Candara"/>
                <a:cs typeface="Candara"/>
              </a:rPr>
              <a:t>h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Candara"/>
                <a:cs typeface="Candara"/>
              </a:rPr>
              <a:t>f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25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g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n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tt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95" dirty="0">
                <a:latin typeface="Candara"/>
                <a:cs typeface="Candara"/>
              </a:rPr>
              <a:t>n</a:t>
            </a:r>
            <a:r>
              <a:rPr sz="1200" spc="-5" dirty="0">
                <a:latin typeface="Candara"/>
                <a:cs typeface="Candara"/>
              </a:rPr>
              <a:t>-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110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53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n-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8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: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9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35" dirty="0">
                <a:latin typeface="Candara"/>
                <a:cs typeface="Candara"/>
              </a:rPr>
              <a:t>I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k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15" dirty="0">
                <a:latin typeface="Candara"/>
                <a:cs typeface="Candara"/>
              </a:rPr>
              <a:t>t</a:t>
            </a:r>
            <a:r>
              <a:rPr sz="1200" spc="25" dirty="0">
                <a:latin typeface="Candara"/>
                <a:cs typeface="Candara"/>
              </a:rPr>
              <a:t>h</a:t>
            </a:r>
            <a:r>
              <a:rPr sz="1200" spc="13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t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of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tt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25" dirty="0">
                <a:latin typeface="Candara"/>
                <a:cs typeface="Candara"/>
              </a:rPr>
              <a:t>n</a:t>
            </a:r>
            <a:r>
              <a:rPr sz="1200" dirty="0">
                <a:latin typeface="Candara"/>
                <a:cs typeface="Candara"/>
              </a:rPr>
              <a:t>s</a:t>
            </a:r>
            <a:r>
              <a:rPr sz="1200" spc="-130" dirty="0">
                <a:latin typeface="Times New Roman"/>
                <a:cs typeface="Times New Roman"/>
              </a:rPr>
              <a:t> </a:t>
            </a:r>
            <a:r>
              <a:rPr sz="1200" spc="-110" dirty="0">
                <a:latin typeface="Candara"/>
                <a:cs typeface="Candara"/>
              </a:rPr>
              <a:t>f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dirty="0">
                <a:latin typeface="Candara"/>
                <a:cs typeface="Candara"/>
              </a:rPr>
              <a:t>om</a:t>
            </a:r>
            <a:r>
              <a:rPr sz="1200" spc="-8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p</a:t>
            </a:r>
            <a:r>
              <a:rPr sz="1200" spc="1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tt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100" dirty="0">
                <a:latin typeface="Candara"/>
                <a:cs typeface="Candara"/>
              </a:rPr>
              <a:t>n</a:t>
            </a:r>
            <a:r>
              <a:rPr sz="1200" spc="-5" dirty="0">
                <a:latin typeface="Candara"/>
                <a:cs typeface="Candara"/>
              </a:rPr>
              <a:t>-</a:t>
            </a:r>
            <a:r>
              <a:rPr sz="1200" spc="-110" dirty="0">
                <a:latin typeface="Candara"/>
                <a:cs typeface="Candara"/>
              </a:rPr>
              <a:t>f</a:t>
            </a:r>
            <a:r>
              <a:rPr sz="1200" spc="-114" dirty="0">
                <a:latin typeface="Candara"/>
                <a:cs typeface="Candara"/>
              </a:rPr>
              <a:t>i</a:t>
            </a:r>
            <a:r>
              <a:rPr sz="1200" spc="20" dirty="0">
                <a:latin typeface="Candara"/>
                <a:cs typeface="Candara"/>
              </a:rPr>
              <a:t>l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385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n</a:t>
            </a:r>
            <a:endParaRPr sz="155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440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30" dirty="0">
                <a:latin typeface="Candara"/>
                <a:cs typeface="Candara"/>
              </a:rPr>
              <a:t>I</a:t>
            </a:r>
            <a:r>
              <a:rPr sz="1200" spc="-5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-30" dirty="0">
                <a:latin typeface="Candara"/>
                <a:cs typeface="Candara"/>
              </a:rPr>
              <a:t>e</a:t>
            </a:r>
            <a:r>
              <a:rPr sz="1200" spc="-25" dirty="0">
                <a:latin typeface="Candara"/>
                <a:cs typeface="Candara"/>
              </a:rPr>
              <a:t>c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Candara"/>
                <a:cs typeface="Candara"/>
              </a:rPr>
              <a:t>a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5" dirty="0">
                <a:latin typeface="Candara"/>
                <a:cs typeface="Candara"/>
              </a:rPr>
              <a:t>tt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0" dirty="0">
                <a:latin typeface="Candara"/>
                <a:cs typeface="Candara"/>
              </a:rPr>
              <a:t>n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5" dirty="0">
                <a:latin typeface="Candara"/>
                <a:cs typeface="Candara"/>
              </a:rPr>
              <a:t>t</a:t>
            </a:r>
            <a:r>
              <a:rPr sz="1200" spc="-10" dirty="0">
                <a:latin typeface="Candara"/>
                <a:cs typeface="Candara"/>
              </a:rPr>
              <a:t>o</a:t>
            </a:r>
            <a:r>
              <a:rPr sz="1200" spc="-1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be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u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d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25" dirty="0">
                <a:latin typeface="Candara"/>
                <a:cs typeface="Candara"/>
              </a:rPr>
              <a:t>u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10" dirty="0">
                <a:latin typeface="Candara"/>
                <a:cs typeface="Candara"/>
              </a:rPr>
              <a:t>g</a:t>
            </a:r>
            <a:r>
              <a:rPr sz="1200" spc="-12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15" dirty="0">
                <a:latin typeface="Candara"/>
                <a:cs typeface="Candara"/>
              </a:rPr>
              <a:t>h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95" dirty="0">
                <a:latin typeface="Times New Roman"/>
                <a:cs typeface="Times New Roman"/>
              </a:rPr>
              <a:t> </a:t>
            </a:r>
            <a:r>
              <a:rPr sz="1200" spc="10" dirty="0">
                <a:latin typeface="Candara"/>
                <a:cs typeface="Candara"/>
              </a:rPr>
              <a:t>s</a:t>
            </a:r>
            <a:r>
              <a:rPr sz="1200" spc="-15" dirty="0">
                <a:latin typeface="Candara"/>
                <a:cs typeface="Candara"/>
              </a:rPr>
              <a:t>e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20" dirty="0">
                <a:latin typeface="Candara"/>
                <a:cs typeface="Candara"/>
              </a:rPr>
              <a:t>r</a:t>
            </a:r>
            <a:r>
              <a:rPr sz="1200" spc="-30" dirty="0">
                <a:latin typeface="Candara"/>
                <a:cs typeface="Candara"/>
              </a:rPr>
              <a:t>c</a:t>
            </a:r>
            <a:r>
              <a:rPr sz="1200" spc="-10" dirty="0">
                <a:latin typeface="Candara"/>
                <a:cs typeface="Candara"/>
              </a:rPr>
              <a:t>h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40" dirty="0">
                <a:latin typeface="Candara"/>
                <a:cs typeface="Candara"/>
              </a:rPr>
              <a:t>f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-5" dirty="0">
                <a:latin typeface="Candara"/>
                <a:cs typeface="Candara"/>
              </a:rPr>
              <a:t>p</a:t>
            </a:r>
            <a:r>
              <a:rPr sz="1200" spc="20" dirty="0">
                <a:latin typeface="Candara"/>
                <a:cs typeface="Candara"/>
              </a:rPr>
              <a:t>u</a:t>
            </a:r>
            <a:r>
              <a:rPr sz="1200" spc="10" dirty="0">
                <a:latin typeface="Candara"/>
                <a:cs typeface="Candara"/>
              </a:rPr>
              <a:t>t</a:t>
            </a:r>
            <a:r>
              <a:rPr sz="1200" spc="-5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  <a:p>
            <a:pPr marL="1156335" lvl="2" indent="-228600">
              <a:lnSpc>
                <a:spcPct val="100000"/>
              </a:lnSpc>
              <a:spcBef>
                <a:spcPts val="285"/>
              </a:spcBef>
              <a:buClr>
                <a:srgbClr val="009FE4"/>
              </a:buClr>
              <a:buFont typeface="Arial"/>
              <a:buChar char="•"/>
              <a:tabLst>
                <a:tab pos="1156970" algn="l"/>
              </a:tabLst>
            </a:pPr>
            <a:r>
              <a:rPr sz="1200" spc="-30" dirty="0">
                <a:latin typeface="Candara"/>
                <a:cs typeface="Candara"/>
              </a:rPr>
              <a:t>I</a:t>
            </a:r>
            <a:r>
              <a:rPr sz="1200" spc="-5" dirty="0">
                <a:latin typeface="Candara"/>
                <a:cs typeface="Candara"/>
              </a:rPr>
              <a:t>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20" dirty="0">
                <a:latin typeface="Candara"/>
                <a:cs typeface="Candara"/>
              </a:rPr>
              <a:t>i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20" dirty="0">
                <a:latin typeface="Candara"/>
                <a:cs typeface="Candara"/>
              </a:rPr>
              <a:t>s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20" dirty="0">
                <a:latin typeface="Candara"/>
                <a:cs typeface="Candara"/>
              </a:rPr>
              <a:t>m</a:t>
            </a:r>
            <a:r>
              <a:rPr sz="1200" dirty="0">
                <a:latin typeface="Candara"/>
                <a:cs typeface="Candara"/>
              </a:rPr>
              <a:t>e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5" dirty="0">
                <a:latin typeface="Candara"/>
                <a:cs typeface="Candara"/>
              </a:rPr>
              <a:t>s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spc="25" dirty="0">
                <a:latin typeface="Candara"/>
                <a:cs typeface="Candara"/>
              </a:rPr>
              <a:t>gr</a:t>
            </a:r>
            <a:r>
              <a:rPr sz="1200" spc="-20" dirty="0">
                <a:latin typeface="Candara"/>
                <a:cs typeface="Candara"/>
              </a:rPr>
              <a:t>e</a:t>
            </a:r>
            <a:r>
              <a:rPr sz="1200" spc="-10" dirty="0">
                <a:latin typeface="Candara"/>
                <a:cs typeface="Candara"/>
              </a:rPr>
              <a:t>p</a:t>
            </a:r>
            <a:r>
              <a:rPr sz="1200" spc="-145" dirty="0">
                <a:latin typeface="Times New Roman"/>
                <a:cs typeface="Times New Roman"/>
              </a:rPr>
              <a:t> </a:t>
            </a:r>
            <a:r>
              <a:rPr sz="1200" spc="-30" dirty="0">
                <a:latin typeface="Candara"/>
                <a:cs typeface="Candara"/>
              </a:rPr>
              <a:t>c</a:t>
            </a:r>
            <a:r>
              <a:rPr sz="1200" spc="-5" dirty="0">
                <a:latin typeface="Candara"/>
                <a:cs typeface="Candara"/>
              </a:rPr>
              <a:t>o</a:t>
            </a:r>
            <a:r>
              <a:rPr sz="1200" spc="-20" dirty="0">
                <a:latin typeface="Candara"/>
                <a:cs typeface="Candara"/>
              </a:rPr>
              <a:t>mm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15" dirty="0">
                <a:latin typeface="Candara"/>
                <a:cs typeface="Candara"/>
              </a:rPr>
              <a:t>n</a:t>
            </a:r>
            <a:r>
              <a:rPr sz="1200" spc="10" dirty="0">
                <a:latin typeface="Candara"/>
                <a:cs typeface="Candara"/>
              </a:rPr>
              <a:t>d</a:t>
            </a:r>
            <a:r>
              <a:rPr sz="1200" spc="-5" dirty="0">
                <a:latin typeface="Candara"/>
                <a:cs typeface="Candara"/>
              </a:rPr>
              <a:t>.</a:t>
            </a:r>
            <a:endParaRPr sz="1200">
              <a:latin typeface="Candara"/>
              <a:cs typeface="Candara"/>
            </a:endParaRPr>
          </a:p>
          <a:p>
            <a:pPr marL="756285" lvl="1" indent="-286385">
              <a:lnSpc>
                <a:spcPct val="100000"/>
              </a:lnSpc>
              <a:spcBef>
                <a:spcPts val="390"/>
              </a:spcBef>
              <a:buClr>
                <a:srgbClr val="009FE4"/>
              </a:buClr>
              <a:buFont typeface="Arial"/>
              <a:buChar char="–"/>
              <a:tabLst>
                <a:tab pos="756285" algn="l"/>
              </a:tabLst>
            </a:pPr>
            <a:r>
              <a:rPr sz="1550" spc="1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5" dirty="0">
                <a:latin typeface="Candara"/>
                <a:cs typeface="Candara"/>
              </a:rPr>
              <a:t>g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12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20" dirty="0">
                <a:latin typeface="Candara"/>
                <a:cs typeface="Candara"/>
              </a:rPr>
              <a:t>ye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3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endParaRPr sz="1550">
              <a:latin typeface="Candara"/>
              <a:cs typeface="Candara"/>
            </a:endParaRPr>
          </a:p>
          <a:p>
            <a:pPr marL="603885">
              <a:lnSpc>
                <a:spcPct val="100000"/>
              </a:lnSpc>
              <a:spcBef>
                <a:spcPts val="465"/>
              </a:spcBef>
            </a:pPr>
            <a:r>
              <a:rPr sz="1550" spc="5" dirty="0">
                <a:latin typeface="Candara"/>
                <a:cs typeface="Candara"/>
              </a:rPr>
              <a:t>$</a:t>
            </a:r>
            <a:r>
              <a:rPr sz="1550" spc="-4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10" dirty="0">
                <a:latin typeface="Times New Roman"/>
                <a:cs typeface="Times New Roman"/>
              </a:rPr>
              <a:t> </a:t>
            </a:r>
            <a:r>
              <a:rPr sz="1550" spc="114" dirty="0">
                <a:latin typeface="Candara"/>
                <a:cs typeface="Candara"/>
              </a:rPr>
              <a:t>–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1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4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oyee</a:t>
            </a:r>
            <a:r>
              <a:rPr sz="1550" spc="-25" dirty="0">
                <a:latin typeface="Candara"/>
                <a:cs typeface="Candara"/>
              </a:rPr>
              <a:t>.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t</a:t>
            </a:r>
            <a:endParaRPr sz="155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15" dirty="0"/>
              <a:t>S</a:t>
            </a:r>
            <a:r>
              <a:rPr spc="20" dirty="0"/>
              <a:t>u</a:t>
            </a:r>
            <a:r>
              <a:rPr spc="-5" dirty="0"/>
              <a:t>mmar</a:t>
            </a:r>
            <a:r>
              <a:rPr spc="10" dirty="0"/>
              <a:t>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825" y="1296294"/>
            <a:ext cx="5835015" cy="24695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I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dirty="0">
                <a:latin typeface="Candara"/>
                <a:cs typeface="Candara"/>
              </a:rPr>
              <a:t>is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,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7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h</a:t>
            </a:r>
            <a:r>
              <a:rPr sz="1800" b="1" spc="15" dirty="0">
                <a:latin typeface="Candara"/>
                <a:cs typeface="Candara"/>
              </a:rPr>
              <a:t>av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rn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95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1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35" dirty="0">
                <a:latin typeface="Candara"/>
                <a:cs typeface="Candara"/>
              </a:rPr>
              <a:t>z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20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r</a:t>
            </a:r>
            <a:r>
              <a:rPr sz="1550" spc="-125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dirty="0">
                <a:latin typeface="Candara"/>
                <a:cs typeface="Candara"/>
              </a:rPr>
              <a:t>v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10" dirty="0">
                <a:latin typeface="Candara"/>
                <a:cs typeface="Candara"/>
              </a:rPr>
              <a:t>ll</a:t>
            </a:r>
            <a:r>
              <a:rPr sz="1550" spc="20" dirty="0">
                <a:latin typeface="Candara"/>
                <a:cs typeface="Candara"/>
              </a:rPr>
              <a:t>y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marR="307340" lvl="1" indent="-285750">
              <a:lnSpc>
                <a:spcPct val="105000"/>
              </a:lnSpc>
              <a:spcBef>
                <a:spcPts val="225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25" dirty="0">
                <a:latin typeface="Candara"/>
                <a:cs typeface="Candara"/>
              </a:rPr>
              <a:t>-</a:t>
            </a:r>
            <a:r>
              <a:rPr sz="1550" spc="10" dirty="0">
                <a:latin typeface="Candara"/>
                <a:cs typeface="Candara"/>
              </a:rPr>
              <a:t>m</a:t>
            </a:r>
            <a:r>
              <a:rPr sz="1550" spc="-3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n</a:t>
            </a:r>
            <a:r>
              <a:rPr sz="1550" spc="-12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f</a:t>
            </a:r>
            <a:r>
              <a:rPr sz="1550" spc="-10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t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g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80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dirty="0">
                <a:latin typeface="Candara"/>
                <a:cs typeface="Candara"/>
              </a:rPr>
              <a:t>w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so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65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25" dirty="0">
                <a:latin typeface="Candara"/>
                <a:cs typeface="Candara"/>
              </a:rPr>
              <a:t>T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145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95" dirty="0">
                <a:latin typeface="Times New Roman"/>
                <a:cs typeface="Times New Roman"/>
              </a:rPr>
              <a:t> </a:t>
            </a:r>
            <a:r>
              <a:rPr sz="1550" spc="-25" dirty="0">
                <a:latin typeface="Candara"/>
                <a:cs typeface="Candara"/>
              </a:rPr>
              <a:t>h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5" dirty="0">
                <a:latin typeface="Candara"/>
                <a:cs typeface="Candara"/>
              </a:rPr>
              <a:t>l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60" dirty="0">
                <a:latin typeface="Times New Roman"/>
                <a:cs typeface="Times New Roman"/>
              </a:rPr>
              <a:t> </a:t>
            </a:r>
            <a:r>
              <a:rPr sz="1550" spc="25" dirty="0">
                <a:latin typeface="Candara"/>
                <a:cs typeface="Candara"/>
              </a:rPr>
              <a:t>o/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-65" dirty="0">
                <a:latin typeface="Times New Roman"/>
                <a:cs typeface="Times New Roman"/>
              </a:rPr>
              <a:t> 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40" dirty="0">
                <a:latin typeface="Candara"/>
                <a:cs typeface="Candara"/>
              </a:rPr>
              <a:t>t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35" dirty="0">
                <a:latin typeface="Candara"/>
                <a:cs typeface="Candara"/>
              </a:rPr>
              <a:t>d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2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25" dirty="0">
                <a:latin typeface="Candara"/>
                <a:cs typeface="Candara"/>
              </a:rPr>
              <a:t>/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-1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s</a:t>
            </a:r>
            <a:endParaRPr sz="1550">
              <a:latin typeface="Candara"/>
              <a:cs typeface="Candara"/>
            </a:endParaRPr>
          </a:p>
          <a:p>
            <a:pPr marL="756285">
              <a:lnSpc>
                <a:spcPct val="100000"/>
              </a:lnSpc>
              <a:spcBef>
                <a:spcPts val="15"/>
              </a:spcBef>
            </a:pPr>
            <a:r>
              <a:rPr sz="1550" dirty="0">
                <a:latin typeface="Candara"/>
                <a:cs typeface="Candara"/>
              </a:rPr>
              <a:t>w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dirty="0">
                <a:latin typeface="Candara"/>
                <a:cs typeface="Candara"/>
              </a:rPr>
              <a:t>l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  <a:p>
            <a:pPr marL="756285" lvl="1" indent="-285750">
              <a:lnSpc>
                <a:spcPct val="100000"/>
              </a:lnSpc>
              <a:spcBef>
                <a:spcPts val="470"/>
              </a:spcBef>
              <a:buClr>
                <a:srgbClr val="009FE4"/>
              </a:buClr>
              <a:buFont typeface="Arial"/>
              <a:buChar char="–"/>
              <a:tabLst>
                <a:tab pos="756920" algn="l"/>
              </a:tabLst>
            </a:pP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25" dirty="0">
                <a:latin typeface="Candara"/>
                <a:cs typeface="Candara"/>
              </a:rPr>
              <a:t>p</a:t>
            </a:r>
            <a:r>
              <a:rPr sz="1550" dirty="0">
                <a:latin typeface="Candara"/>
                <a:cs typeface="Candara"/>
              </a:rPr>
              <a:t>,</a:t>
            </a:r>
            <a:r>
              <a:rPr sz="1550" spc="-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dirty="0">
                <a:latin typeface="Candara"/>
                <a:cs typeface="Candara"/>
              </a:rPr>
              <a:t>,</a:t>
            </a:r>
            <a:r>
              <a:rPr sz="1550" spc="40" dirty="0">
                <a:latin typeface="Times New Roman"/>
                <a:cs typeface="Times New Roman"/>
              </a:rPr>
              <a:t> </a:t>
            </a:r>
            <a:r>
              <a:rPr sz="1550" spc="-20" dirty="0">
                <a:latin typeface="Candara"/>
                <a:cs typeface="Candara"/>
              </a:rPr>
              <a:t>an</a:t>
            </a:r>
            <a:r>
              <a:rPr sz="1550" spc="5" dirty="0">
                <a:latin typeface="Candara"/>
                <a:cs typeface="Candara"/>
              </a:rPr>
              <a:t>d</a:t>
            </a:r>
            <a:r>
              <a:rPr sz="1550" spc="-55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20" dirty="0">
                <a:latin typeface="Candara"/>
                <a:cs typeface="Candara"/>
              </a:rPr>
              <a:t>g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p</a:t>
            </a:r>
            <a:r>
              <a:rPr sz="1550" spc="90" dirty="0">
                <a:latin typeface="Times New Roman"/>
                <a:cs typeface="Times New Roman"/>
              </a:rPr>
              <a:t> 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-10" dirty="0">
                <a:latin typeface="Candara"/>
                <a:cs typeface="Candara"/>
              </a:rPr>
              <a:t>m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spc="40" dirty="0">
                <a:latin typeface="Candara"/>
                <a:cs typeface="Candara"/>
              </a:rPr>
              <a:t>d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75" dirty="0">
                <a:latin typeface="Times New Roman"/>
                <a:cs typeface="Times New Roman"/>
              </a:rPr>
              <a:t> </a:t>
            </a:r>
            <a:r>
              <a:rPr sz="1550" spc="-15" dirty="0">
                <a:latin typeface="Candara"/>
                <a:cs typeface="Candara"/>
              </a:rPr>
              <a:t>u</a:t>
            </a:r>
            <a:r>
              <a:rPr sz="1550" spc="20" dirty="0">
                <a:latin typeface="Candara"/>
                <a:cs typeface="Candara"/>
              </a:rPr>
              <a:t>s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5" dirty="0">
                <a:latin typeface="Candara"/>
                <a:cs typeface="Candara"/>
              </a:rPr>
              <a:t>t</a:t>
            </a:r>
            <a:r>
              <a:rPr sz="1550" spc="5" dirty="0">
                <a:latin typeface="Candara"/>
                <a:cs typeface="Candara"/>
              </a:rPr>
              <a:t>o</a:t>
            </a:r>
            <a:r>
              <a:rPr sz="1550" spc="-70" dirty="0">
                <a:latin typeface="Times New Roman"/>
                <a:cs typeface="Times New Roman"/>
              </a:rPr>
              <a:t> </a:t>
            </a:r>
            <a:r>
              <a:rPr sz="1550" spc="20" dirty="0">
                <a:latin typeface="Candara"/>
                <a:cs typeface="Candara"/>
              </a:rPr>
              <a:t>se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35" dirty="0">
                <a:latin typeface="Candara"/>
                <a:cs typeface="Candara"/>
              </a:rPr>
              <a:t>c</a:t>
            </a:r>
            <a:r>
              <a:rPr sz="1550" spc="5" dirty="0">
                <a:latin typeface="Candara"/>
                <a:cs typeface="Candara"/>
              </a:rPr>
              <a:t>h</a:t>
            </a:r>
            <a:r>
              <a:rPr sz="1550" spc="3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30" dirty="0">
                <a:latin typeface="Candara"/>
                <a:cs typeface="Candara"/>
              </a:rPr>
              <a:t>i</a:t>
            </a:r>
            <a:r>
              <a:rPr sz="1550" spc="10" dirty="0">
                <a:latin typeface="Candara"/>
                <a:cs typeface="Candara"/>
              </a:rPr>
              <a:t>l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5" dirty="0">
                <a:latin typeface="Candara"/>
                <a:cs typeface="Candara"/>
              </a:rPr>
              <a:t>s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-5" dirty="0">
                <a:latin typeface="Candara"/>
                <a:cs typeface="Candara"/>
              </a:rPr>
              <a:t>f</a:t>
            </a:r>
            <a:r>
              <a:rPr sz="1550" spc="25" dirty="0">
                <a:latin typeface="Candara"/>
                <a:cs typeface="Candara"/>
              </a:rPr>
              <a:t>o</a:t>
            </a:r>
            <a:r>
              <a:rPr sz="1550" spc="5" dirty="0">
                <a:latin typeface="Candara"/>
                <a:cs typeface="Candara"/>
              </a:rPr>
              <a:t>r</a:t>
            </a:r>
            <a:endParaRPr sz="1550">
              <a:latin typeface="Candara"/>
              <a:cs typeface="Candara"/>
            </a:endParaRPr>
          </a:p>
          <a:p>
            <a:pPr marL="756285">
              <a:lnSpc>
                <a:spcPct val="100000"/>
              </a:lnSpc>
              <a:spcBef>
                <a:spcPts val="90"/>
              </a:spcBef>
            </a:pPr>
            <a:r>
              <a:rPr sz="1550" spc="15" dirty="0">
                <a:latin typeface="Candara"/>
                <a:cs typeface="Candara"/>
              </a:rPr>
              <a:t>s</a:t>
            </a:r>
            <a:r>
              <a:rPr sz="1550" spc="20" dirty="0">
                <a:latin typeface="Candara"/>
                <a:cs typeface="Candara"/>
              </a:rPr>
              <a:t>o</a:t>
            </a:r>
            <a:r>
              <a:rPr sz="1550" spc="-5" dirty="0">
                <a:latin typeface="Candara"/>
                <a:cs typeface="Candara"/>
              </a:rPr>
              <a:t>m</a:t>
            </a:r>
            <a:r>
              <a:rPr sz="1550" spc="5" dirty="0">
                <a:latin typeface="Candara"/>
                <a:cs typeface="Candara"/>
              </a:rPr>
              <a:t>e</a:t>
            </a:r>
            <a:r>
              <a:rPr sz="1550" spc="-75" dirty="0">
                <a:latin typeface="Times New Roman"/>
                <a:cs typeface="Times New Roman"/>
              </a:rPr>
              <a:t> </a:t>
            </a:r>
            <a:r>
              <a:rPr sz="1550" spc="30" dirty="0">
                <a:latin typeface="Candara"/>
                <a:cs typeface="Candara"/>
              </a:rPr>
              <a:t>p</a:t>
            </a:r>
            <a:r>
              <a:rPr sz="1550" spc="-20" dirty="0">
                <a:latin typeface="Candara"/>
                <a:cs typeface="Candara"/>
              </a:rPr>
              <a:t>a</a:t>
            </a:r>
            <a:r>
              <a:rPr sz="1550" spc="35" dirty="0">
                <a:latin typeface="Candara"/>
                <a:cs typeface="Candara"/>
              </a:rPr>
              <a:t>tt</a:t>
            </a:r>
            <a:r>
              <a:rPr sz="1550" spc="20" dirty="0">
                <a:latin typeface="Candara"/>
                <a:cs typeface="Candara"/>
              </a:rPr>
              <a:t>e</a:t>
            </a:r>
            <a:r>
              <a:rPr sz="1550" spc="-30" dirty="0">
                <a:latin typeface="Candara"/>
                <a:cs typeface="Candara"/>
              </a:rPr>
              <a:t>r</a:t>
            </a:r>
            <a:r>
              <a:rPr sz="1550" spc="-25" dirty="0">
                <a:latin typeface="Candara"/>
                <a:cs typeface="Candara"/>
              </a:rPr>
              <a:t>n</a:t>
            </a:r>
            <a:r>
              <a:rPr sz="1550" dirty="0">
                <a:latin typeface="Candara"/>
                <a:cs typeface="Candara"/>
              </a:rPr>
              <a:t>.</a:t>
            </a:r>
            <a:endParaRPr sz="1550">
              <a:latin typeface="Candara"/>
              <a:cs typeface="Candar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934200" y="1576447"/>
            <a:ext cx="1716405" cy="1548130"/>
          </a:xfrm>
          <a:custGeom>
            <a:avLst/>
            <a:gdLst/>
            <a:ahLst/>
            <a:cxnLst/>
            <a:rect l="l" t="t" r="r" b="b"/>
            <a:pathLst>
              <a:path w="1716404" h="1548130">
                <a:moveTo>
                  <a:pt x="0" y="1547753"/>
                </a:moveTo>
                <a:lnTo>
                  <a:pt x="1716155" y="1547753"/>
                </a:lnTo>
                <a:lnTo>
                  <a:pt x="1716155" y="0"/>
                </a:lnTo>
                <a:lnTo>
                  <a:pt x="0" y="0"/>
                </a:lnTo>
                <a:lnTo>
                  <a:pt x="0" y="1547753"/>
                </a:lnTo>
                <a:close/>
              </a:path>
            </a:pathLst>
          </a:custGeom>
          <a:solidFill>
            <a:srgbClr val="FFC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6934200" y="1576447"/>
            <a:ext cx="1716405" cy="1548130"/>
          </a:xfrm>
          <a:custGeom>
            <a:avLst/>
            <a:gdLst/>
            <a:ahLst/>
            <a:cxnLst/>
            <a:rect l="l" t="t" r="r" b="b"/>
            <a:pathLst>
              <a:path w="1716404" h="1548130">
                <a:moveTo>
                  <a:pt x="0" y="1547753"/>
                </a:moveTo>
                <a:lnTo>
                  <a:pt x="1716155" y="1547753"/>
                </a:lnTo>
                <a:lnTo>
                  <a:pt x="1716155" y="0"/>
                </a:lnTo>
                <a:lnTo>
                  <a:pt x="0" y="0"/>
                </a:lnTo>
                <a:lnTo>
                  <a:pt x="0" y="1547753"/>
                </a:lnTo>
                <a:close/>
              </a:path>
            </a:pathLst>
          </a:custGeom>
          <a:ln w="12700">
            <a:solidFill>
              <a:srgbClr val="3F83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063618" y="1696721"/>
            <a:ext cx="1462658" cy="13002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20</a:t>
            </a:fld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R</a:t>
            </a:r>
            <a:r>
              <a:rPr spc="10" dirty="0"/>
              <a:t>e</a:t>
            </a:r>
            <a:r>
              <a:rPr spc="20" dirty="0"/>
              <a:t>v</a:t>
            </a:r>
            <a:r>
              <a:rPr spc="10" dirty="0"/>
              <a:t>iew</a:t>
            </a:r>
            <a:r>
              <a:rPr spc="25" dirty="0">
                <a:latin typeface="Times New Roman"/>
                <a:cs typeface="Times New Roman"/>
              </a:rPr>
              <a:t> </a:t>
            </a:r>
            <a:r>
              <a:rPr spc="30" dirty="0"/>
              <a:t>Q</a:t>
            </a:r>
            <a:r>
              <a:rPr spc="20" dirty="0"/>
              <a:t>u</a:t>
            </a:r>
            <a:r>
              <a:rPr spc="5" dirty="0"/>
              <a:t>e</a:t>
            </a:r>
            <a:r>
              <a:rPr spc="120" dirty="0"/>
              <a:t>s</a:t>
            </a:r>
            <a:r>
              <a:rPr spc="-20" dirty="0"/>
              <a:t>t</a:t>
            </a:r>
            <a:r>
              <a:rPr spc="-10" dirty="0"/>
              <a:t>i</a:t>
            </a:r>
            <a:r>
              <a:rPr spc="30" dirty="0"/>
              <a:t>o</a:t>
            </a:r>
            <a:r>
              <a:rPr spc="5" dirty="0"/>
              <a:t>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77825" y="1374145"/>
            <a:ext cx="1437640" cy="2743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Q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1: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37106" y="1393679"/>
            <a:ext cx="388937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25" dirty="0">
                <a:latin typeface="Candara"/>
                <a:cs typeface="Candara"/>
              </a:rPr>
              <a:t>c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Candara"/>
                <a:cs typeface="Candara"/>
              </a:rPr>
              <a:t>m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d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o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-35" dirty="0">
                <a:latin typeface="Candara"/>
                <a:cs typeface="Candara"/>
              </a:rPr>
              <a:t>p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20" dirty="0">
                <a:latin typeface="Candara"/>
                <a:cs typeface="Candara"/>
              </a:rPr>
              <a:t>ct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y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dirty="0">
                <a:latin typeface="Candara"/>
                <a:cs typeface="Candara"/>
              </a:rPr>
              <a:t>g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837944" y="1593898"/>
            <a:ext cx="409575" cy="0"/>
          </a:xfrm>
          <a:custGeom>
            <a:avLst/>
            <a:gdLst/>
            <a:ahLst/>
            <a:cxnLst/>
            <a:rect l="l" t="t" r="r" b="b"/>
            <a:pathLst>
              <a:path w="409575">
                <a:moveTo>
                  <a:pt x="0" y="0"/>
                </a:moveTo>
                <a:lnTo>
                  <a:pt x="409574" y="0"/>
                </a:lnTo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21046" y="1660761"/>
            <a:ext cx="357314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spc="-5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25" dirty="0">
                <a:latin typeface="Candara"/>
                <a:cs typeface="Candara"/>
              </a:rPr>
              <a:t>ee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1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5" dirty="0">
                <a:latin typeface="Times New Roman"/>
                <a:cs typeface="Times New Roman"/>
              </a:rPr>
              <a:t> </a:t>
            </a:r>
            <a:r>
              <a:rPr sz="1800" b="1" spc="5" dirty="0">
                <a:latin typeface="Candara"/>
                <a:cs typeface="Candara"/>
              </a:rPr>
              <a:t>w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l</a:t>
            </a:r>
            <a:r>
              <a:rPr sz="1800" b="1" spc="-165" dirty="0">
                <a:latin typeface="Times New Roman"/>
                <a:cs typeface="Times New Roman"/>
              </a:rPr>
              <a:t> 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8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10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5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it</a:t>
            </a:r>
            <a:r>
              <a:rPr sz="1800" b="1" spc="-1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Candara"/>
                <a:cs typeface="Candara"/>
              </a:rPr>
              <a:t>in</a:t>
            </a:r>
            <a:r>
              <a:rPr sz="1800" b="1" spc="-9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5" dirty="0">
                <a:latin typeface="Candara"/>
                <a:cs typeface="Candara"/>
              </a:rPr>
              <a:t>.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.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85569" y="2203498"/>
            <a:ext cx="400050" cy="0"/>
          </a:xfrm>
          <a:custGeom>
            <a:avLst/>
            <a:gdLst/>
            <a:ahLst/>
            <a:cxnLst/>
            <a:rect l="l" t="t" r="r" b="b"/>
            <a:pathLst>
              <a:path w="400050">
                <a:moveTo>
                  <a:pt x="0" y="0"/>
                </a:moveTo>
                <a:lnTo>
                  <a:pt x="400049" y="0"/>
                </a:lnTo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77825" y="1984635"/>
            <a:ext cx="1475740" cy="5981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Q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35" dirty="0">
                <a:latin typeface="Candara"/>
                <a:cs typeface="Candara"/>
              </a:rPr>
              <a:t>2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  <a:p>
            <a:pPr marL="355600" indent="-342900">
              <a:lnSpc>
                <a:spcPct val="100000"/>
              </a:lnSpc>
              <a:spcBef>
                <a:spcPts val="390"/>
              </a:spcBef>
              <a:buClr>
                <a:srgbClr val="009FE4"/>
              </a:buClr>
              <a:buFont typeface="Wingdings"/>
              <a:buChar char=""/>
              <a:tabLst>
                <a:tab pos="356235" algn="l"/>
              </a:tabLst>
            </a:pPr>
            <a:r>
              <a:rPr sz="1800" b="1" spc="20" dirty="0">
                <a:latin typeface="Candara"/>
                <a:cs typeface="Candara"/>
              </a:rPr>
              <a:t>Q</a:t>
            </a:r>
            <a:r>
              <a:rPr sz="1800" b="1" dirty="0">
                <a:latin typeface="Candara"/>
                <a:cs typeface="Candara"/>
              </a:rPr>
              <a:t>u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10" dirty="0">
                <a:latin typeface="Candara"/>
                <a:cs typeface="Candara"/>
              </a:rPr>
              <a:t>s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n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-25" dirty="0">
                <a:latin typeface="Candara"/>
                <a:cs typeface="Candara"/>
              </a:rPr>
              <a:t>3</a:t>
            </a:r>
            <a:r>
              <a:rPr sz="1800" b="1" dirty="0">
                <a:latin typeface="Candara"/>
                <a:cs typeface="Candara"/>
              </a:rPr>
              <a:t>: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275206" y="2004169"/>
            <a:ext cx="3815715" cy="5791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ct val="118200"/>
              </a:lnSpc>
            </a:pP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15" dirty="0">
                <a:latin typeface="Candara"/>
                <a:cs typeface="Candara"/>
              </a:rPr>
              <a:t>v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spc="20" dirty="0">
                <a:latin typeface="Candara"/>
                <a:cs typeface="Candara"/>
              </a:rPr>
              <a:t>y</a:t>
            </a:r>
            <a:r>
              <a:rPr sz="1800" b="1" dirty="0">
                <a:latin typeface="Candara"/>
                <a:cs typeface="Candara"/>
              </a:rPr>
              <a:t>?</a:t>
            </a:r>
            <a:r>
              <a:rPr sz="1800" b="1" dirty="0">
                <a:latin typeface="Times New Roman"/>
                <a:cs typeface="Times New Roman"/>
              </a:rPr>
              <a:t> </a:t>
            </a:r>
            <a:r>
              <a:rPr sz="1800" b="1" spc="25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20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c</a:t>
            </a:r>
            <a:r>
              <a:rPr sz="1800" b="1" spc="-30" dirty="0">
                <a:latin typeface="Candara"/>
                <a:cs typeface="Candara"/>
              </a:rPr>
              <a:t>o</a:t>
            </a:r>
            <a:r>
              <a:rPr sz="1800" b="1" dirty="0">
                <a:latin typeface="Candara"/>
                <a:cs typeface="Candara"/>
              </a:rPr>
              <a:t>m</a:t>
            </a:r>
            <a:r>
              <a:rPr sz="1800" b="1" spc="-5" dirty="0">
                <a:latin typeface="Candara"/>
                <a:cs typeface="Candara"/>
              </a:rPr>
              <a:t>m</a:t>
            </a:r>
            <a:r>
              <a:rPr sz="1800" b="1" spc="10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n</a:t>
            </a:r>
            <a:r>
              <a:rPr sz="1800" b="1" spc="-20" dirty="0">
                <a:latin typeface="Candara"/>
                <a:cs typeface="Candara"/>
              </a:rPr>
              <a:t>d</a:t>
            </a:r>
            <a:r>
              <a:rPr sz="1800" b="1" dirty="0">
                <a:latin typeface="Candara"/>
                <a:cs typeface="Candara"/>
              </a:rPr>
              <a:t>s</a:t>
            </a:r>
            <a:r>
              <a:rPr sz="1800" b="1" spc="-15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-25" dirty="0">
                <a:latin typeface="Candara"/>
                <a:cs typeface="Candara"/>
              </a:rPr>
              <a:t>e</a:t>
            </a:r>
            <a:r>
              <a:rPr sz="1800" b="1" dirty="0">
                <a:latin typeface="Candara"/>
                <a:cs typeface="Candara"/>
              </a:rPr>
              <a:t>r</a:t>
            </a:r>
            <a:r>
              <a:rPr sz="1800" b="1" spc="-95" dirty="0">
                <a:latin typeface="Times New Roman"/>
                <a:cs typeface="Times New Roman"/>
              </a:rPr>
              <a:t> </a:t>
            </a:r>
            <a:r>
              <a:rPr sz="1800" b="1" spc="20" dirty="0">
                <a:latin typeface="Candara"/>
                <a:cs typeface="Candara"/>
              </a:rPr>
              <a:t>f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15" dirty="0">
                <a:latin typeface="Candara"/>
                <a:cs typeface="Candara"/>
              </a:rPr>
              <a:t>l</a:t>
            </a:r>
            <a:r>
              <a:rPr sz="1800" b="1" dirty="0">
                <a:latin typeface="Candara"/>
                <a:cs typeface="Candara"/>
              </a:rPr>
              <a:t>e</a:t>
            </a:r>
            <a:r>
              <a:rPr sz="1800" b="1" spc="-100" dirty="0">
                <a:latin typeface="Times New Roman"/>
                <a:cs typeface="Times New Roman"/>
              </a:rPr>
              <a:t> </a:t>
            </a:r>
            <a:r>
              <a:rPr sz="1800" b="1" spc="-20" dirty="0">
                <a:latin typeface="Candara"/>
                <a:cs typeface="Candara"/>
              </a:rPr>
              <a:t>h</a:t>
            </a:r>
            <a:r>
              <a:rPr sz="1800" b="1" spc="-35" dirty="0">
                <a:latin typeface="Candara"/>
                <a:cs typeface="Candara"/>
              </a:rPr>
              <a:t>o</a:t>
            </a:r>
            <a:r>
              <a:rPr sz="1800" b="1" spc="-20" dirty="0">
                <a:latin typeface="Candara"/>
                <a:cs typeface="Candara"/>
              </a:rPr>
              <a:t>r</a:t>
            </a:r>
            <a:r>
              <a:rPr sz="1800" b="1" dirty="0">
                <a:latin typeface="Candara"/>
                <a:cs typeface="Candara"/>
              </a:rPr>
              <a:t>i</a:t>
            </a:r>
            <a:r>
              <a:rPr sz="1800" b="1" spc="-35" dirty="0">
                <a:latin typeface="Candara"/>
                <a:cs typeface="Candara"/>
              </a:rPr>
              <a:t>zo</a:t>
            </a:r>
            <a:r>
              <a:rPr sz="1800" b="1" spc="-20" dirty="0">
                <a:latin typeface="Candara"/>
                <a:cs typeface="Candara"/>
              </a:rPr>
              <a:t>n</a:t>
            </a:r>
            <a:r>
              <a:rPr sz="1800" b="1" spc="20" dirty="0">
                <a:latin typeface="Candara"/>
                <a:cs typeface="Candara"/>
              </a:rPr>
              <a:t>t</a:t>
            </a:r>
            <a:r>
              <a:rPr sz="1800" b="1" spc="15" dirty="0">
                <a:latin typeface="Candara"/>
                <a:cs typeface="Candara"/>
              </a:rPr>
              <a:t>a</a:t>
            </a:r>
            <a:r>
              <a:rPr sz="1800" b="1" spc="-15" dirty="0">
                <a:latin typeface="Candara"/>
                <a:cs typeface="Candara"/>
              </a:rPr>
              <a:t>ll</a:t>
            </a:r>
            <a:r>
              <a:rPr sz="1800" b="1" spc="15" dirty="0">
                <a:latin typeface="Candara"/>
                <a:cs typeface="Candara"/>
              </a:rPr>
              <a:t>y</a:t>
            </a:r>
            <a:r>
              <a:rPr sz="1800" b="1" dirty="0">
                <a:latin typeface="Candara"/>
                <a:cs typeface="Candara"/>
              </a:rPr>
              <a:t>?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85569" y="2527348"/>
            <a:ext cx="400050" cy="0"/>
          </a:xfrm>
          <a:custGeom>
            <a:avLst/>
            <a:gdLst/>
            <a:ahLst/>
            <a:cxnLst/>
            <a:rect l="l" t="t" r="r" b="b"/>
            <a:pathLst>
              <a:path w="400050">
                <a:moveTo>
                  <a:pt x="0" y="0"/>
                </a:moveTo>
                <a:lnTo>
                  <a:pt x="400049" y="0"/>
                </a:lnTo>
              </a:path>
            </a:pathLst>
          </a:custGeom>
          <a:ln w="2984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781800" y="1576447"/>
            <a:ext cx="1868805" cy="1471930"/>
          </a:xfrm>
          <a:custGeom>
            <a:avLst/>
            <a:gdLst/>
            <a:ahLst/>
            <a:cxnLst/>
            <a:rect l="l" t="t" r="r" b="b"/>
            <a:pathLst>
              <a:path w="1868804" h="1471930">
                <a:moveTo>
                  <a:pt x="0" y="1471553"/>
                </a:moveTo>
                <a:lnTo>
                  <a:pt x="1868555" y="1471553"/>
                </a:lnTo>
                <a:lnTo>
                  <a:pt x="18685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solidFill>
            <a:srgbClr val="FFC77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6781800" y="1576447"/>
            <a:ext cx="1868805" cy="1471930"/>
          </a:xfrm>
          <a:custGeom>
            <a:avLst/>
            <a:gdLst/>
            <a:ahLst/>
            <a:cxnLst/>
            <a:rect l="l" t="t" r="r" b="b"/>
            <a:pathLst>
              <a:path w="1868804" h="1471930">
                <a:moveTo>
                  <a:pt x="0" y="1471553"/>
                </a:moveTo>
                <a:lnTo>
                  <a:pt x="1868555" y="1471553"/>
                </a:lnTo>
                <a:lnTo>
                  <a:pt x="1868555" y="0"/>
                </a:lnTo>
                <a:lnTo>
                  <a:pt x="0" y="0"/>
                </a:lnTo>
                <a:lnTo>
                  <a:pt x="0" y="1471553"/>
                </a:lnTo>
                <a:close/>
              </a:path>
            </a:pathLst>
          </a:custGeom>
          <a:ln w="12700">
            <a:solidFill>
              <a:srgbClr val="3F838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7019543" y="1682867"/>
            <a:ext cx="1392935" cy="126250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  <a:tabLst>
                <a:tab pos="1403350" algn="l"/>
              </a:tabLst>
            </a:pPr>
            <a:r>
              <a:rPr spc="5" dirty="0"/>
              <a:t>P</a:t>
            </a:r>
            <a:r>
              <a:rPr spc="10" dirty="0"/>
              <a:t>r</a:t>
            </a:r>
            <a:r>
              <a:rPr spc="-5" dirty="0"/>
              <a:t>o</a:t>
            </a:r>
            <a:r>
              <a:rPr dirty="0"/>
              <a:t>p</a:t>
            </a:r>
            <a:r>
              <a:rPr spc="10" dirty="0"/>
              <a:t>r</a:t>
            </a:r>
            <a:r>
              <a:rPr spc="-25" dirty="0"/>
              <a:t>i</a:t>
            </a:r>
            <a:r>
              <a:rPr spc="35" dirty="0"/>
              <a:t>e</a:t>
            </a:r>
            <a:r>
              <a:rPr spc="10" dirty="0"/>
              <a:t>t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-20" dirty="0"/>
              <a:t>a</a:t>
            </a:r>
            <a:r>
              <a:rPr spc="15" dirty="0"/>
              <a:t>n</a:t>
            </a:r>
            <a:r>
              <a:rPr spc="10" dirty="0"/>
              <a:t>d</a:t>
            </a:r>
            <a:r>
              <a:rPr spc="-55" dirty="0">
                <a:latin typeface="Times New Roman"/>
                <a:cs typeface="Times New Roman"/>
              </a:rPr>
              <a:t> </a:t>
            </a:r>
            <a:r>
              <a:rPr spc="5" dirty="0"/>
              <a:t>C</a:t>
            </a:r>
            <a:r>
              <a:rPr spc="-5" dirty="0"/>
              <a:t>o</a:t>
            </a:r>
            <a:r>
              <a:rPr spc="10" dirty="0"/>
              <a:t>n</a:t>
            </a:r>
            <a:r>
              <a:rPr spc="25" dirty="0"/>
              <a:t>f</a:t>
            </a:r>
            <a:r>
              <a:rPr spc="-25" dirty="0"/>
              <a:t>i</a:t>
            </a:r>
            <a:r>
              <a:rPr spc="5" dirty="0"/>
              <a:t>d</a:t>
            </a:r>
            <a:r>
              <a:rPr spc="35" dirty="0"/>
              <a:t>e</a:t>
            </a:r>
            <a:r>
              <a:rPr spc="15" dirty="0"/>
              <a:t>n</a:t>
            </a:r>
            <a:r>
              <a:rPr spc="5" dirty="0"/>
              <a:t>t</a:t>
            </a:r>
            <a:r>
              <a:rPr spc="-25" dirty="0"/>
              <a:t>ia</a:t>
            </a:r>
            <a:r>
              <a:rPr spc="5" dirty="0"/>
              <a:t>l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r>
              <a:rPr spc="-30" dirty="0">
                <a:solidFill>
                  <a:srgbClr val="1F477B"/>
                </a:solidFill>
                <a:latin typeface="Times New Roman"/>
                <a:cs typeface="Times New Roman"/>
              </a:rPr>
              <a:t> </a:t>
            </a:r>
            <a:fld id="{81D60167-4931-47E6-BA6A-407CBD079E47}" type="slidenum">
              <a:rPr sz="900" dirty="0"/>
              <a:t>21</a:t>
            </a:fld>
            <a:r>
              <a:rPr sz="900" spc="-40" dirty="0">
                <a:latin typeface="Times New Roman"/>
                <a:cs typeface="Times New Roman"/>
              </a:rPr>
              <a:t> </a:t>
            </a:r>
            <a:r>
              <a:rPr spc="5" dirty="0">
                <a:solidFill>
                  <a:srgbClr val="1F477B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20" dirty="0"/>
              <a:t>F</a:t>
            </a:r>
            <a:r>
              <a:rPr spc="35" dirty="0"/>
              <a:t>e</a:t>
            </a:r>
            <a:r>
              <a:rPr dirty="0"/>
              <a:t>b</a:t>
            </a:r>
            <a:r>
              <a:rPr spc="15" dirty="0"/>
              <a:t>ru</a:t>
            </a:r>
            <a:r>
              <a:rPr spc="-20" dirty="0"/>
              <a:t>a</a:t>
            </a:r>
            <a:r>
              <a:rPr spc="10" dirty="0"/>
              <a:t>ry</a:t>
            </a:r>
            <a:r>
              <a:rPr spc="-60" dirty="0">
                <a:latin typeface="Times New Roman"/>
                <a:cs typeface="Times New Roman"/>
              </a:rPr>
              <a:t> </a:t>
            </a:r>
            <a:r>
              <a:rPr spc="20" dirty="0"/>
              <a:t>14</a:t>
            </a:r>
            <a:r>
              <a:rPr spc="5" dirty="0"/>
              <a:t>,</a:t>
            </a:r>
            <a:r>
              <a:rPr spc="-35" dirty="0">
                <a:latin typeface="Times New Roman"/>
                <a:cs typeface="Times New Roman"/>
              </a:rPr>
              <a:t> </a:t>
            </a:r>
            <a:r>
              <a:rPr dirty="0"/>
              <a:t>2</a:t>
            </a:r>
            <a:r>
              <a:rPr spc="5" dirty="0"/>
              <a:t>0</a:t>
            </a:r>
            <a:r>
              <a:rPr dirty="0"/>
              <a:t>2</a:t>
            </a:r>
            <a:r>
              <a:rPr spc="5" dirty="0"/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1443</Words>
  <Application>Microsoft Office PowerPoint</Application>
  <PresentationFormat>On-screen Show (4:3)</PresentationFormat>
  <Paragraphs>266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Candara</vt:lpstr>
      <vt:lpstr>Times New Roman</vt:lpstr>
      <vt:lpstr>Wingdings</vt:lpstr>
      <vt:lpstr>Office Theme</vt:lpstr>
      <vt:lpstr>PowerPoint Presentation</vt:lpstr>
      <vt:lpstr>Lesson Objectives</vt:lpstr>
      <vt:lpstr>PowerPoint Presentation</vt:lpstr>
      <vt:lpstr>head Command</vt:lpstr>
      <vt:lpstr>tail Command</vt:lpstr>
      <vt:lpstr>cut Command</vt:lpstr>
      <vt:lpstr>cut Command</vt:lpstr>
      <vt:lpstr>paste Command</vt:lpstr>
      <vt:lpstr>sort Command</vt:lpstr>
      <vt:lpstr>uniq Command</vt:lpstr>
      <vt:lpstr>tee Command</vt:lpstr>
      <vt:lpstr>PowerPoint Presentation</vt:lpstr>
      <vt:lpstr>grep Command</vt:lpstr>
      <vt:lpstr>grep Command</vt:lpstr>
      <vt:lpstr>grep Command</vt:lpstr>
      <vt:lpstr>grep Command</vt:lpstr>
      <vt:lpstr>grep Command</vt:lpstr>
      <vt:lpstr>fgrep Command</vt:lpstr>
      <vt:lpstr>fgrep Command</vt:lpstr>
      <vt:lpstr>Summary</vt:lpstr>
      <vt:lpstr>Review Questions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Online2PDF.com</dc:creator>
  <cp:lastModifiedBy>admin</cp:lastModifiedBy>
  <cp:revision>2</cp:revision>
  <dcterms:created xsi:type="dcterms:W3CDTF">2021-02-14T14:12:35Z</dcterms:created>
  <dcterms:modified xsi:type="dcterms:W3CDTF">2021-02-14T13:15:10Z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2021-02-14T00:00:00Z</vt:filetime>
  </property>
  <property fmtid="{D5CDD505-2E9C-101B-9397-08002B2CF9AE}" pid="3" name="LastSaved">
    <vt:filetime>2021-02-14T00:00:00Z</vt:filetime>
  </property>
</Properties>
</file>